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63" r:id="rId3"/>
    <p:sldId id="277" r:id="rId4"/>
    <p:sldId id="278" r:id="rId5"/>
    <p:sldId id="264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7AE869-487E-41A2-AE85-326885E1D314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0D4AA94-5FFE-4491-AEEA-1C615AA119F0}">
      <dgm:prSet/>
      <dgm:spPr/>
      <dgm:t>
        <a:bodyPr/>
        <a:lstStyle/>
        <a:p>
          <a:r>
            <a:rPr lang="en-US"/>
            <a:t>Harvesting Hyperparameters, Kernels, and Matrices </a:t>
          </a:r>
        </a:p>
      </dgm:t>
    </dgm:pt>
    <dgm:pt modelId="{23519FAD-4505-4638-9D62-6C55E542A7DF}" type="parTrans" cxnId="{DDDBCE8B-D03D-44FD-B4BD-6A8C08E9D8C9}">
      <dgm:prSet/>
      <dgm:spPr/>
      <dgm:t>
        <a:bodyPr/>
        <a:lstStyle/>
        <a:p>
          <a:endParaRPr lang="en-US"/>
        </a:p>
      </dgm:t>
    </dgm:pt>
    <dgm:pt modelId="{20585FFF-C79F-4581-B880-4503881359B2}" type="sibTrans" cxnId="{DDDBCE8B-D03D-44FD-B4BD-6A8C08E9D8C9}">
      <dgm:prSet/>
      <dgm:spPr/>
      <dgm:t>
        <a:bodyPr/>
        <a:lstStyle/>
        <a:p>
          <a:endParaRPr lang="en-US"/>
        </a:p>
      </dgm:t>
    </dgm:pt>
    <dgm:pt modelId="{5EDE7371-9756-4647-88CC-D440F743813F}">
      <dgm:prSet/>
      <dgm:spPr/>
      <dgm:t>
        <a:bodyPr/>
        <a:lstStyle/>
        <a:p>
          <a:r>
            <a:rPr lang="en-US" dirty="0"/>
            <a:t>Magnitude-Based Pruning (Slide 2.6)</a:t>
          </a:r>
        </a:p>
      </dgm:t>
    </dgm:pt>
    <dgm:pt modelId="{6FB14B82-6F3D-41D6-9FD4-997116261069}" type="parTrans" cxnId="{0484E2D3-CA56-49BF-9EBD-D2930016244B}">
      <dgm:prSet/>
      <dgm:spPr/>
      <dgm:t>
        <a:bodyPr/>
        <a:lstStyle/>
        <a:p>
          <a:endParaRPr lang="en-US"/>
        </a:p>
      </dgm:t>
    </dgm:pt>
    <dgm:pt modelId="{696FF9D5-2D69-456E-A5BC-47A4657F1A72}" type="sibTrans" cxnId="{0484E2D3-CA56-49BF-9EBD-D2930016244B}">
      <dgm:prSet/>
      <dgm:spPr/>
      <dgm:t>
        <a:bodyPr/>
        <a:lstStyle/>
        <a:p>
          <a:endParaRPr lang="en-US"/>
        </a:p>
      </dgm:t>
    </dgm:pt>
    <dgm:pt modelId="{DDDBE809-6107-40D3-B7D9-2601F1D29821}">
      <dgm:prSet/>
      <dgm:spPr/>
      <dgm:t>
        <a:bodyPr/>
        <a:lstStyle/>
        <a:p>
          <a:r>
            <a:rPr lang="en-US" b="1" dirty="0"/>
            <a:t>Structured</a:t>
          </a:r>
          <a:r>
            <a:rPr lang="en-US" dirty="0"/>
            <a:t> pruning on Filters (Slide 2.5)</a:t>
          </a:r>
        </a:p>
      </dgm:t>
    </dgm:pt>
    <dgm:pt modelId="{FAE96F05-F417-44D2-9264-3D412BBC3DDE}" type="parTrans" cxnId="{6F5C9CF3-E452-4851-9E3A-79DC6015E8D3}">
      <dgm:prSet/>
      <dgm:spPr/>
      <dgm:t>
        <a:bodyPr/>
        <a:lstStyle/>
        <a:p>
          <a:endParaRPr lang="en-US"/>
        </a:p>
      </dgm:t>
    </dgm:pt>
    <dgm:pt modelId="{4F302298-53EE-4155-B9F4-344706272017}" type="sibTrans" cxnId="{6F5C9CF3-E452-4851-9E3A-79DC6015E8D3}">
      <dgm:prSet/>
      <dgm:spPr/>
      <dgm:t>
        <a:bodyPr/>
        <a:lstStyle/>
        <a:p>
          <a:endParaRPr lang="en-US"/>
        </a:p>
      </dgm:t>
    </dgm:pt>
    <dgm:pt modelId="{814967EB-DA2F-43E2-8109-8F25645BD7EE}">
      <dgm:prSet/>
      <dgm:spPr/>
      <dgm:t>
        <a:bodyPr/>
        <a:lstStyle/>
        <a:p>
          <a:r>
            <a:rPr lang="en-US" dirty="0"/>
            <a:t>Global </a:t>
          </a:r>
          <a:r>
            <a:rPr lang="en-US" b="1" dirty="0"/>
            <a:t>Unstructured</a:t>
          </a:r>
          <a:r>
            <a:rPr lang="en-US" dirty="0"/>
            <a:t> Pruning (Slide 2.5)</a:t>
          </a:r>
        </a:p>
      </dgm:t>
    </dgm:pt>
    <dgm:pt modelId="{41539E4A-F9D0-4FA8-BA92-9BE8432C6133}" type="parTrans" cxnId="{69C4958B-0DB9-46E4-8D1E-34936D9E41FC}">
      <dgm:prSet/>
      <dgm:spPr/>
      <dgm:t>
        <a:bodyPr/>
        <a:lstStyle/>
        <a:p>
          <a:endParaRPr lang="en-US"/>
        </a:p>
      </dgm:t>
    </dgm:pt>
    <dgm:pt modelId="{1EC34F6C-87FC-4D0B-81D8-EEB48B4CE4D1}" type="sibTrans" cxnId="{69C4958B-0DB9-46E4-8D1E-34936D9E41FC}">
      <dgm:prSet/>
      <dgm:spPr/>
      <dgm:t>
        <a:bodyPr/>
        <a:lstStyle/>
        <a:p>
          <a:endParaRPr lang="en-US"/>
        </a:p>
      </dgm:t>
    </dgm:pt>
    <dgm:pt modelId="{CA24C47F-31CC-4AA4-BD0A-885A02A1EDF7}">
      <dgm:prSet/>
      <dgm:spPr/>
      <dgm:t>
        <a:bodyPr/>
        <a:lstStyle/>
        <a:p>
          <a:r>
            <a:rPr lang="en-US" b="1" dirty="0"/>
            <a:t>Structured</a:t>
          </a:r>
          <a:r>
            <a:rPr lang="en-US" dirty="0"/>
            <a:t> Filter Pruning (Slide 2.5)</a:t>
          </a:r>
        </a:p>
      </dgm:t>
    </dgm:pt>
    <dgm:pt modelId="{B9894C16-2B8B-400B-BCC3-089D5F1D816F}" type="parTrans" cxnId="{028801C2-9977-4821-B711-079E2D82A16B}">
      <dgm:prSet/>
      <dgm:spPr/>
      <dgm:t>
        <a:bodyPr/>
        <a:lstStyle/>
        <a:p>
          <a:endParaRPr lang="en-US"/>
        </a:p>
      </dgm:t>
    </dgm:pt>
    <dgm:pt modelId="{5DE37438-50A8-4C93-A80A-E799198E67BD}" type="sibTrans" cxnId="{028801C2-9977-4821-B711-079E2D82A16B}">
      <dgm:prSet/>
      <dgm:spPr/>
      <dgm:t>
        <a:bodyPr/>
        <a:lstStyle/>
        <a:p>
          <a:endParaRPr lang="en-US"/>
        </a:p>
      </dgm:t>
    </dgm:pt>
    <dgm:pt modelId="{EA583EFB-F982-4E6D-86C9-D1B9C9F9F487}">
      <dgm:prSet/>
      <dgm:spPr/>
      <dgm:t>
        <a:bodyPr/>
        <a:lstStyle/>
        <a:p>
          <a:r>
            <a:rPr lang="en-US" dirty="0"/>
            <a:t>Pruning entire layers (Slide 2.11 </a:t>
          </a:r>
          <a:r>
            <a:rPr lang="en-US" dirty="0" err="1"/>
            <a:t>AutoML</a:t>
          </a:r>
          <a:r>
            <a:rPr lang="en-US" dirty="0"/>
            <a:t>?)</a:t>
          </a:r>
        </a:p>
      </dgm:t>
    </dgm:pt>
    <dgm:pt modelId="{8EFD7AF2-A114-4682-8F7D-35FC22033A9C}" type="parTrans" cxnId="{367F3146-8A47-45DB-BB02-7AEF71C5A027}">
      <dgm:prSet/>
      <dgm:spPr/>
      <dgm:t>
        <a:bodyPr/>
        <a:lstStyle/>
        <a:p>
          <a:endParaRPr lang="en-US"/>
        </a:p>
      </dgm:t>
    </dgm:pt>
    <dgm:pt modelId="{1B8768BF-91E0-408D-B372-757B306A3459}" type="sibTrans" cxnId="{367F3146-8A47-45DB-BB02-7AEF71C5A027}">
      <dgm:prSet/>
      <dgm:spPr/>
      <dgm:t>
        <a:bodyPr/>
        <a:lstStyle/>
        <a:p>
          <a:endParaRPr lang="en-US"/>
        </a:p>
      </dgm:t>
    </dgm:pt>
    <dgm:pt modelId="{1E0F690E-E951-422B-8AED-03E9CF340113}">
      <dgm:prSet/>
      <dgm:spPr/>
      <dgm:t>
        <a:bodyPr/>
        <a:lstStyle/>
        <a:p>
          <a:r>
            <a:rPr lang="en-US" dirty="0"/>
            <a:t>Pruning by Layer (individual weights)</a:t>
          </a:r>
        </a:p>
      </dgm:t>
    </dgm:pt>
    <dgm:pt modelId="{0D6287E7-54B8-4825-B498-2B5CB65AD4F8}" type="parTrans" cxnId="{7392A642-73C9-4680-BAE9-779749A12EAF}">
      <dgm:prSet/>
      <dgm:spPr/>
      <dgm:t>
        <a:bodyPr/>
        <a:lstStyle/>
        <a:p>
          <a:endParaRPr lang="en-US"/>
        </a:p>
      </dgm:t>
    </dgm:pt>
    <dgm:pt modelId="{7C097F14-5868-4F7B-9A70-D14DC2C24D77}" type="sibTrans" cxnId="{7392A642-73C9-4680-BAE9-779749A12EAF}">
      <dgm:prSet/>
      <dgm:spPr/>
      <dgm:t>
        <a:bodyPr/>
        <a:lstStyle/>
        <a:p>
          <a:endParaRPr lang="en-US"/>
        </a:p>
      </dgm:t>
    </dgm:pt>
    <dgm:pt modelId="{CCFA1B86-9393-400E-8666-18791B47FEB0}">
      <dgm:prSet/>
      <dgm:spPr/>
      <dgm:t>
        <a:bodyPr/>
        <a:lstStyle/>
        <a:p>
          <a:endParaRPr lang="en-US" dirty="0"/>
        </a:p>
      </dgm:t>
    </dgm:pt>
    <dgm:pt modelId="{1C7DE352-9D78-436B-B3AB-494A1E20456B}" type="parTrans" cxnId="{D6C7D8D8-ADF6-4695-B23C-FE9BC3F1720D}">
      <dgm:prSet/>
      <dgm:spPr/>
      <dgm:t>
        <a:bodyPr/>
        <a:lstStyle/>
        <a:p>
          <a:endParaRPr lang="en-US"/>
        </a:p>
      </dgm:t>
    </dgm:pt>
    <dgm:pt modelId="{F77C6522-0744-4190-8AA8-4537F88172B5}" type="sibTrans" cxnId="{D6C7D8D8-ADF6-4695-B23C-FE9BC3F1720D}">
      <dgm:prSet/>
      <dgm:spPr/>
      <dgm:t>
        <a:bodyPr/>
        <a:lstStyle/>
        <a:p>
          <a:endParaRPr lang="en-US"/>
        </a:p>
      </dgm:t>
    </dgm:pt>
    <dgm:pt modelId="{6D06BB84-0F35-42AD-B191-8DEC82E2ED4E}">
      <dgm:prSet/>
      <dgm:spPr/>
      <dgm:t>
        <a:bodyPr/>
        <a:lstStyle/>
        <a:p>
          <a:r>
            <a:rPr lang="en-US" b="1" dirty="0"/>
            <a:t>Random pruning</a:t>
          </a:r>
          <a:endParaRPr lang="en-US" dirty="0"/>
        </a:p>
      </dgm:t>
    </dgm:pt>
    <dgm:pt modelId="{86C32A4E-EC7B-47B6-B3B4-6EAFA656E115}" type="parTrans" cxnId="{DD2B3F72-F239-4685-9A78-8365C9F3CC19}">
      <dgm:prSet/>
      <dgm:spPr/>
      <dgm:t>
        <a:bodyPr/>
        <a:lstStyle/>
        <a:p>
          <a:endParaRPr lang="en-US"/>
        </a:p>
      </dgm:t>
    </dgm:pt>
    <dgm:pt modelId="{D0F2C423-18F6-4870-8161-F539D5E3C089}" type="sibTrans" cxnId="{DD2B3F72-F239-4685-9A78-8365C9F3CC19}">
      <dgm:prSet/>
      <dgm:spPr/>
      <dgm:t>
        <a:bodyPr/>
        <a:lstStyle/>
        <a:p>
          <a:endParaRPr lang="en-US"/>
        </a:p>
      </dgm:t>
    </dgm:pt>
    <dgm:pt modelId="{5DA00AE3-2AE4-4F20-B4BD-0661EBF15F37}">
      <dgm:prSet/>
      <dgm:spPr/>
      <dgm:t>
        <a:bodyPr/>
        <a:lstStyle/>
        <a:p>
          <a:r>
            <a:rPr lang="en-US" b="0"/>
            <a:t>Layer-wise Pruning</a:t>
          </a:r>
          <a:endParaRPr lang="en-US"/>
        </a:p>
      </dgm:t>
    </dgm:pt>
    <dgm:pt modelId="{843DD8AA-A405-4516-9594-FC6371054FD1}" type="parTrans" cxnId="{EDBFE6ED-480E-466D-8215-9D00E5848D71}">
      <dgm:prSet/>
      <dgm:spPr/>
      <dgm:t>
        <a:bodyPr/>
        <a:lstStyle/>
        <a:p>
          <a:endParaRPr lang="en-US"/>
        </a:p>
      </dgm:t>
    </dgm:pt>
    <dgm:pt modelId="{AD41E084-F27B-4374-A2D2-375E7978233A}" type="sibTrans" cxnId="{EDBFE6ED-480E-466D-8215-9D00E5848D71}">
      <dgm:prSet/>
      <dgm:spPr/>
      <dgm:t>
        <a:bodyPr/>
        <a:lstStyle/>
        <a:p>
          <a:endParaRPr lang="en-US"/>
        </a:p>
      </dgm:t>
    </dgm:pt>
    <dgm:pt modelId="{D6138DC7-8884-4643-8600-D282FCEC5229}">
      <dgm:prSet/>
      <dgm:spPr/>
      <dgm:t>
        <a:bodyPr/>
        <a:lstStyle/>
        <a:p>
          <a:r>
            <a:rPr lang="en-US" b="0" dirty="0"/>
            <a:t>Importance based pruning</a:t>
          </a:r>
          <a:endParaRPr lang="en-US" dirty="0"/>
        </a:p>
      </dgm:t>
    </dgm:pt>
    <dgm:pt modelId="{FE6E1FD7-044D-41D6-96DA-36B14B87C86C}" type="parTrans" cxnId="{550AD907-9A06-4B31-8B84-A1219B13633A}">
      <dgm:prSet/>
      <dgm:spPr/>
      <dgm:t>
        <a:bodyPr/>
        <a:lstStyle/>
        <a:p>
          <a:endParaRPr lang="en-US"/>
        </a:p>
      </dgm:t>
    </dgm:pt>
    <dgm:pt modelId="{D7939152-4DEF-48E9-8B49-3F68E0DFE615}" type="sibTrans" cxnId="{550AD907-9A06-4B31-8B84-A1219B13633A}">
      <dgm:prSet/>
      <dgm:spPr/>
      <dgm:t>
        <a:bodyPr/>
        <a:lstStyle/>
        <a:p>
          <a:endParaRPr lang="en-US"/>
        </a:p>
      </dgm:t>
    </dgm:pt>
    <dgm:pt modelId="{1C7DDB0C-6439-438F-B9A7-93521ED7EE7D}" type="pres">
      <dgm:prSet presAssocID="{7B7AE869-487E-41A2-AE85-326885E1D314}" presName="vert0" presStyleCnt="0">
        <dgm:presLayoutVars>
          <dgm:dir/>
          <dgm:animOne val="branch"/>
          <dgm:animLvl val="lvl"/>
        </dgm:presLayoutVars>
      </dgm:prSet>
      <dgm:spPr/>
    </dgm:pt>
    <dgm:pt modelId="{891FB231-505F-4487-899E-3676C9ADD717}" type="pres">
      <dgm:prSet presAssocID="{60D4AA94-5FFE-4491-AEEA-1C615AA119F0}" presName="thickLine" presStyleLbl="alignNode1" presStyleIdx="0" presStyleCnt="11"/>
      <dgm:spPr/>
    </dgm:pt>
    <dgm:pt modelId="{FC21EA22-5FB7-4B6E-9BE6-8FF014F6ED19}" type="pres">
      <dgm:prSet presAssocID="{60D4AA94-5FFE-4491-AEEA-1C615AA119F0}" presName="horz1" presStyleCnt="0"/>
      <dgm:spPr/>
    </dgm:pt>
    <dgm:pt modelId="{7A7D1E02-4492-4525-8B41-63A5CB226162}" type="pres">
      <dgm:prSet presAssocID="{60D4AA94-5FFE-4491-AEEA-1C615AA119F0}" presName="tx1" presStyleLbl="revTx" presStyleIdx="0" presStyleCnt="11"/>
      <dgm:spPr/>
    </dgm:pt>
    <dgm:pt modelId="{B2177872-3D14-46F8-9B6F-FEEDB30B338C}" type="pres">
      <dgm:prSet presAssocID="{60D4AA94-5FFE-4491-AEEA-1C615AA119F0}" presName="vert1" presStyleCnt="0"/>
      <dgm:spPr/>
    </dgm:pt>
    <dgm:pt modelId="{AD467B38-2C10-4DB0-A848-73E2F9933BE8}" type="pres">
      <dgm:prSet presAssocID="{5EDE7371-9756-4647-88CC-D440F743813F}" presName="thickLine" presStyleLbl="alignNode1" presStyleIdx="1" presStyleCnt="11"/>
      <dgm:spPr/>
    </dgm:pt>
    <dgm:pt modelId="{D01890FC-DA95-45C3-9782-E8FFC0D8387B}" type="pres">
      <dgm:prSet presAssocID="{5EDE7371-9756-4647-88CC-D440F743813F}" presName="horz1" presStyleCnt="0"/>
      <dgm:spPr/>
    </dgm:pt>
    <dgm:pt modelId="{7F8C8F4F-0541-4B88-A62B-8EB93CFD2846}" type="pres">
      <dgm:prSet presAssocID="{5EDE7371-9756-4647-88CC-D440F743813F}" presName="tx1" presStyleLbl="revTx" presStyleIdx="1" presStyleCnt="11"/>
      <dgm:spPr/>
    </dgm:pt>
    <dgm:pt modelId="{3AFAF8EF-623A-489B-8362-79D8DD7F9B01}" type="pres">
      <dgm:prSet presAssocID="{5EDE7371-9756-4647-88CC-D440F743813F}" presName="vert1" presStyleCnt="0"/>
      <dgm:spPr/>
    </dgm:pt>
    <dgm:pt modelId="{FE5EC599-369B-495E-9E7C-7764406F7C04}" type="pres">
      <dgm:prSet presAssocID="{DDDBE809-6107-40D3-B7D9-2601F1D29821}" presName="thickLine" presStyleLbl="alignNode1" presStyleIdx="2" presStyleCnt="11"/>
      <dgm:spPr/>
    </dgm:pt>
    <dgm:pt modelId="{CC580A13-5B2C-4FE5-AED3-07837662E36E}" type="pres">
      <dgm:prSet presAssocID="{DDDBE809-6107-40D3-B7D9-2601F1D29821}" presName="horz1" presStyleCnt="0"/>
      <dgm:spPr/>
    </dgm:pt>
    <dgm:pt modelId="{9C16BE7E-A38F-4611-AA24-C448351A3042}" type="pres">
      <dgm:prSet presAssocID="{DDDBE809-6107-40D3-B7D9-2601F1D29821}" presName="tx1" presStyleLbl="revTx" presStyleIdx="2" presStyleCnt="11"/>
      <dgm:spPr/>
    </dgm:pt>
    <dgm:pt modelId="{B9222386-0E85-4CC1-A450-5BE0B994F0EE}" type="pres">
      <dgm:prSet presAssocID="{DDDBE809-6107-40D3-B7D9-2601F1D29821}" presName="vert1" presStyleCnt="0"/>
      <dgm:spPr/>
    </dgm:pt>
    <dgm:pt modelId="{7353482C-1141-4323-91E2-DF2BB42B6FC4}" type="pres">
      <dgm:prSet presAssocID="{814967EB-DA2F-43E2-8109-8F25645BD7EE}" presName="thickLine" presStyleLbl="alignNode1" presStyleIdx="3" presStyleCnt="11"/>
      <dgm:spPr/>
    </dgm:pt>
    <dgm:pt modelId="{5E01D96B-80EE-45B6-A631-F45750D04F50}" type="pres">
      <dgm:prSet presAssocID="{814967EB-DA2F-43E2-8109-8F25645BD7EE}" presName="horz1" presStyleCnt="0"/>
      <dgm:spPr/>
    </dgm:pt>
    <dgm:pt modelId="{6B00405E-81AA-40D6-AD59-3D5B716C91C9}" type="pres">
      <dgm:prSet presAssocID="{814967EB-DA2F-43E2-8109-8F25645BD7EE}" presName="tx1" presStyleLbl="revTx" presStyleIdx="3" presStyleCnt="11"/>
      <dgm:spPr/>
    </dgm:pt>
    <dgm:pt modelId="{4076AC85-488A-4174-BF9C-99D1EDA714DB}" type="pres">
      <dgm:prSet presAssocID="{814967EB-DA2F-43E2-8109-8F25645BD7EE}" presName="vert1" presStyleCnt="0"/>
      <dgm:spPr/>
    </dgm:pt>
    <dgm:pt modelId="{FD8BF06F-CD8E-4574-8D27-8EAB424AD71D}" type="pres">
      <dgm:prSet presAssocID="{CA24C47F-31CC-4AA4-BD0A-885A02A1EDF7}" presName="thickLine" presStyleLbl="alignNode1" presStyleIdx="4" presStyleCnt="11"/>
      <dgm:spPr/>
    </dgm:pt>
    <dgm:pt modelId="{B75508D5-A15A-46D8-B337-D50298810720}" type="pres">
      <dgm:prSet presAssocID="{CA24C47F-31CC-4AA4-BD0A-885A02A1EDF7}" presName="horz1" presStyleCnt="0"/>
      <dgm:spPr/>
    </dgm:pt>
    <dgm:pt modelId="{0A7A34B5-2338-43C5-901B-B448CE04D4C8}" type="pres">
      <dgm:prSet presAssocID="{CA24C47F-31CC-4AA4-BD0A-885A02A1EDF7}" presName="tx1" presStyleLbl="revTx" presStyleIdx="4" presStyleCnt="11"/>
      <dgm:spPr/>
    </dgm:pt>
    <dgm:pt modelId="{53CA03C2-1872-4A8A-8F30-39FB39AFE4A3}" type="pres">
      <dgm:prSet presAssocID="{CA24C47F-31CC-4AA4-BD0A-885A02A1EDF7}" presName="vert1" presStyleCnt="0"/>
      <dgm:spPr/>
    </dgm:pt>
    <dgm:pt modelId="{34933DE3-4671-406E-A350-D702EE0E2630}" type="pres">
      <dgm:prSet presAssocID="{EA583EFB-F982-4E6D-86C9-D1B9C9F9F487}" presName="thickLine" presStyleLbl="alignNode1" presStyleIdx="5" presStyleCnt="11"/>
      <dgm:spPr/>
    </dgm:pt>
    <dgm:pt modelId="{BEF70F24-4909-4B57-A85E-01311EFC06A2}" type="pres">
      <dgm:prSet presAssocID="{EA583EFB-F982-4E6D-86C9-D1B9C9F9F487}" presName="horz1" presStyleCnt="0"/>
      <dgm:spPr/>
    </dgm:pt>
    <dgm:pt modelId="{FA67E69E-FA37-48B1-B48C-1FB3DE7B6B52}" type="pres">
      <dgm:prSet presAssocID="{EA583EFB-F982-4E6D-86C9-D1B9C9F9F487}" presName="tx1" presStyleLbl="revTx" presStyleIdx="5" presStyleCnt="11"/>
      <dgm:spPr/>
    </dgm:pt>
    <dgm:pt modelId="{2E5C43FC-06E8-4316-9402-8A8C81DECBBE}" type="pres">
      <dgm:prSet presAssocID="{EA583EFB-F982-4E6D-86C9-D1B9C9F9F487}" presName="vert1" presStyleCnt="0"/>
      <dgm:spPr/>
    </dgm:pt>
    <dgm:pt modelId="{A2869D3E-DE31-4885-916A-AE2303C2F086}" type="pres">
      <dgm:prSet presAssocID="{1E0F690E-E951-422B-8AED-03E9CF340113}" presName="thickLine" presStyleLbl="alignNode1" presStyleIdx="6" presStyleCnt="11"/>
      <dgm:spPr/>
    </dgm:pt>
    <dgm:pt modelId="{C5448F7A-8FE8-40ED-A8DA-E55F1C6D7A5C}" type="pres">
      <dgm:prSet presAssocID="{1E0F690E-E951-422B-8AED-03E9CF340113}" presName="horz1" presStyleCnt="0"/>
      <dgm:spPr/>
    </dgm:pt>
    <dgm:pt modelId="{942D0871-C9C7-4951-90DC-58F4122AB0A9}" type="pres">
      <dgm:prSet presAssocID="{1E0F690E-E951-422B-8AED-03E9CF340113}" presName="tx1" presStyleLbl="revTx" presStyleIdx="6" presStyleCnt="11"/>
      <dgm:spPr/>
    </dgm:pt>
    <dgm:pt modelId="{B22A8993-8EAE-4991-8E60-871D6D5BF284}" type="pres">
      <dgm:prSet presAssocID="{1E0F690E-E951-422B-8AED-03E9CF340113}" presName="vert1" presStyleCnt="0"/>
      <dgm:spPr/>
    </dgm:pt>
    <dgm:pt modelId="{0157451D-B198-4F91-BF90-B27EACDB4563}" type="pres">
      <dgm:prSet presAssocID="{CCFA1B86-9393-400E-8666-18791B47FEB0}" presName="thickLine" presStyleLbl="alignNode1" presStyleIdx="7" presStyleCnt="11"/>
      <dgm:spPr/>
    </dgm:pt>
    <dgm:pt modelId="{376C0F24-5B6F-446C-8A82-FD70465B5F37}" type="pres">
      <dgm:prSet presAssocID="{CCFA1B86-9393-400E-8666-18791B47FEB0}" presName="horz1" presStyleCnt="0"/>
      <dgm:spPr/>
    </dgm:pt>
    <dgm:pt modelId="{3D36D863-45F0-444A-9B82-E1D290DC07DE}" type="pres">
      <dgm:prSet presAssocID="{CCFA1B86-9393-400E-8666-18791B47FEB0}" presName="tx1" presStyleLbl="revTx" presStyleIdx="7" presStyleCnt="11"/>
      <dgm:spPr/>
    </dgm:pt>
    <dgm:pt modelId="{7CFC0396-F152-423F-BD1C-7024DE004108}" type="pres">
      <dgm:prSet presAssocID="{CCFA1B86-9393-400E-8666-18791B47FEB0}" presName="vert1" presStyleCnt="0"/>
      <dgm:spPr/>
    </dgm:pt>
    <dgm:pt modelId="{B6B5DD2C-BBEE-42D3-9F2D-F05D4ED2E552}" type="pres">
      <dgm:prSet presAssocID="{6D06BB84-0F35-42AD-B191-8DEC82E2ED4E}" presName="thickLine" presStyleLbl="alignNode1" presStyleIdx="8" presStyleCnt="11"/>
      <dgm:spPr/>
    </dgm:pt>
    <dgm:pt modelId="{F6F24A68-8D16-422B-918A-3B6FBEB3D19A}" type="pres">
      <dgm:prSet presAssocID="{6D06BB84-0F35-42AD-B191-8DEC82E2ED4E}" presName="horz1" presStyleCnt="0"/>
      <dgm:spPr/>
    </dgm:pt>
    <dgm:pt modelId="{10EBEC46-E080-42CE-BD5F-3D53C9FBDEB8}" type="pres">
      <dgm:prSet presAssocID="{6D06BB84-0F35-42AD-B191-8DEC82E2ED4E}" presName="tx1" presStyleLbl="revTx" presStyleIdx="8" presStyleCnt="11" custLinFactNeighborY="-97161"/>
      <dgm:spPr/>
    </dgm:pt>
    <dgm:pt modelId="{38B1C6E8-8CBE-42D2-8077-F81CA749B396}" type="pres">
      <dgm:prSet presAssocID="{6D06BB84-0F35-42AD-B191-8DEC82E2ED4E}" presName="vert1" presStyleCnt="0"/>
      <dgm:spPr/>
    </dgm:pt>
    <dgm:pt modelId="{0AFF6A77-3786-4713-8E4B-334B50A5404D}" type="pres">
      <dgm:prSet presAssocID="{5DA00AE3-2AE4-4F20-B4BD-0661EBF15F37}" presName="thickLine" presStyleLbl="alignNode1" presStyleIdx="9" presStyleCnt="11"/>
      <dgm:spPr/>
    </dgm:pt>
    <dgm:pt modelId="{26B4818D-67BA-4E79-8C49-72DE1148816E}" type="pres">
      <dgm:prSet presAssocID="{5DA00AE3-2AE4-4F20-B4BD-0661EBF15F37}" presName="horz1" presStyleCnt="0"/>
      <dgm:spPr/>
    </dgm:pt>
    <dgm:pt modelId="{4BF3CA7C-D5ED-4B94-B1B1-AB1C687EEFCB}" type="pres">
      <dgm:prSet presAssocID="{5DA00AE3-2AE4-4F20-B4BD-0661EBF15F37}" presName="tx1" presStyleLbl="revTx" presStyleIdx="9" presStyleCnt="11"/>
      <dgm:spPr/>
    </dgm:pt>
    <dgm:pt modelId="{AD506465-AAD8-4072-A7C4-D2898C174E0B}" type="pres">
      <dgm:prSet presAssocID="{5DA00AE3-2AE4-4F20-B4BD-0661EBF15F37}" presName="vert1" presStyleCnt="0"/>
      <dgm:spPr/>
    </dgm:pt>
    <dgm:pt modelId="{89E8579D-546C-4251-865D-DC6BC56E1DC6}" type="pres">
      <dgm:prSet presAssocID="{D6138DC7-8884-4643-8600-D282FCEC5229}" presName="thickLine" presStyleLbl="alignNode1" presStyleIdx="10" presStyleCnt="11"/>
      <dgm:spPr/>
    </dgm:pt>
    <dgm:pt modelId="{DF1EF14D-E4B0-4BA0-99E8-9C058412ECDC}" type="pres">
      <dgm:prSet presAssocID="{D6138DC7-8884-4643-8600-D282FCEC5229}" presName="horz1" presStyleCnt="0"/>
      <dgm:spPr/>
    </dgm:pt>
    <dgm:pt modelId="{E53F3275-A0D9-41CD-9EF0-3390111DEA3A}" type="pres">
      <dgm:prSet presAssocID="{D6138DC7-8884-4643-8600-D282FCEC5229}" presName="tx1" presStyleLbl="revTx" presStyleIdx="10" presStyleCnt="11"/>
      <dgm:spPr/>
    </dgm:pt>
    <dgm:pt modelId="{07AA213B-2DF0-4940-B60B-66AF4D618723}" type="pres">
      <dgm:prSet presAssocID="{D6138DC7-8884-4643-8600-D282FCEC5229}" presName="vert1" presStyleCnt="0"/>
      <dgm:spPr/>
    </dgm:pt>
  </dgm:ptLst>
  <dgm:cxnLst>
    <dgm:cxn modelId="{550AD907-9A06-4B31-8B84-A1219B13633A}" srcId="{7B7AE869-487E-41A2-AE85-326885E1D314}" destId="{D6138DC7-8884-4643-8600-D282FCEC5229}" srcOrd="10" destOrd="0" parTransId="{FE6E1FD7-044D-41D6-96DA-36B14B87C86C}" sibTransId="{D7939152-4DEF-48E9-8B49-3F68E0DFE615}"/>
    <dgm:cxn modelId="{7392A642-73C9-4680-BAE9-779749A12EAF}" srcId="{7B7AE869-487E-41A2-AE85-326885E1D314}" destId="{1E0F690E-E951-422B-8AED-03E9CF340113}" srcOrd="6" destOrd="0" parTransId="{0D6287E7-54B8-4825-B498-2B5CB65AD4F8}" sibTransId="{7C097F14-5868-4F7B-9A70-D14DC2C24D77}"/>
    <dgm:cxn modelId="{367F3146-8A47-45DB-BB02-7AEF71C5A027}" srcId="{7B7AE869-487E-41A2-AE85-326885E1D314}" destId="{EA583EFB-F982-4E6D-86C9-D1B9C9F9F487}" srcOrd="5" destOrd="0" parTransId="{8EFD7AF2-A114-4682-8F7D-35FC22033A9C}" sibTransId="{1B8768BF-91E0-408D-B372-757B306A3459}"/>
    <dgm:cxn modelId="{BD0C4C4A-369E-4AA4-9CAD-8BD31A65BE69}" type="presOf" srcId="{DDDBE809-6107-40D3-B7D9-2601F1D29821}" destId="{9C16BE7E-A38F-4611-AA24-C448351A3042}" srcOrd="0" destOrd="0" presId="urn:microsoft.com/office/officeart/2008/layout/LinedList"/>
    <dgm:cxn modelId="{A41FCE6C-DFB8-4E85-9F43-9FB7C468F07C}" type="presOf" srcId="{D6138DC7-8884-4643-8600-D282FCEC5229}" destId="{E53F3275-A0D9-41CD-9EF0-3390111DEA3A}" srcOrd="0" destOrd="0" presId="urn:microsoft.com/office/officeart/2008/layout/LinedList"/>
    <dgm:cxn modelId="{DD2B3F72-F239-4685-9A78-8365C9F3CC19}" srcId="{7B7AE869-487E-41A2-AE85-326885E1D314}" destId="{6D06BB84-0F35-42AD-B191-8DEC82E2ED4E}" srcOrd="8" destOrd="0" parTransId="{86C32A4E-EC7B-47B6-B3B4-6EAFA656E115}" sibTransId="{D0F2C423-18F6-4870-8161-F539D5E3C089}"/>
    <dgm:cxn modelId="{370ED672-2517-46A2-9D67-4873562618E7}" type="presOf" srcId="{814967EB-DA2F-43E2-8109-8F25645BD7EE}" destId="{6B00405E-81AA-40D6-AD59-3D5B716C91C9}" srcOrd="0" destOrd="0" presId="urn:microsoft.com/office/officeart/2008/layout/LinedList"/>
    <dgm:cxn modelId="{F3D17757-F2CB-4A36-AFF6-0D4484F78E67}" type="presOf" srcId="{EA583EFB-F982-4E6D-86C9-D1B9C9F9F487}" destId="{FA67E69E-FA37-48B1-B48C-1FB3DE7B6B52}" srcOrd="0" destOrd="0" presId="urn:microsoft.com/office/officeart/2008/layout/LinedList"/>
    <dgm:cxn modelId="{DDCAD259-EE15-4C63-BC6A-213C6288963F}" type="presOf" srcId="{CA24C47F-31CC-4AA4-BD0A-885A02A1EDF7}" destId="{0A7A34B5-2338-43C5-901B-B448CE04D4C8}" srcOrd="0" destOrd="0" presId="urn:microsoft.com/office/officeart/2008/layout/LinedList"/>
    <dgm:cxn modelId="{C2251289-1315-4E52-8DFB-5741ABA7C172}" type="presOf" srcId="{5DA00AE3-2AE4-4F20-B4BD-0661EBF15F37}" destId="{4BF3CA7C-D5ED-4B94-B1B1-AB1C687EEFCB}" srcOrd="0" destOrd="0" presId="urn:microsoft.com/office/officeart/2008/layout/LinedList"/>
    <dgm:cxn modelId="{69C4958B-0DB9-46E4-8D1E-34936D9E41FC}" srcId="{7B7AE869-487E-41A2-AE85-326885E1D314}" destId="{814967EB-DA2F-43E2-8109-8F25645BD7EE}" srcOrd="3" destOrd="0" parTransId="{41539E4A-F9D0-4FA8-BA92-9BE8432C6133}" sibTransId="{1EC34F6C-87FC-4D0B-81D8-EEB48B4CE4D1}"/>
    <dgm:cxn modelId="{DDDBCE8B-D03D-44FD-B4BD-6A8C08E9D8C9}" srcId="{7B7AE869-487E-41A2-AE85-326885E1D314}" destId="{60D4AA94-5FFE-4491-AEEA-1C615AA119F0}" srcOrd="0" destOrd="0" parTransId="{23519FAD-4505-4638-9D62-6C55E542A7DF}" sibTransId="{20585FFF-C79F-4581-B880-4503881359B2}"/>
    <dgm:cxn modelId="{33C8148C-A424-4164-877D-8B03FE6FD9F3}" type="presOf" srcId="{6D06BB84-0F35-42AD-B191-8DEC82E2ED4E}" destId="{10EBEC46-E080-42CE-BD5F-3D53C9FBDEB8}" srcOrd="0" destOrd="0" presId="urn:microsoft.com/office/officeart/2008/layout/LinedList"/>
    <dgm:cxn modelId="{D48569B2-3906-4D59-ADC6-F4E3F9F35429}" type="presOf" srcId="{CCFA1B86-9393-400E-8666-18791B47FEB0}" destId="{3D36D863-45F0-444A-9B82-E1D290DC07DE}" srcOrd="0" destOrd="0" presId="urn:microsoft.com/office/officeart/2008/layout/LinedList"/>
    <dgm:cxn modelId="{9D72E6B7-FE7C-4FF6-BF27-E2B203977BB2}" type="presOf" srcId="{7B7AE869-487E-41A2-AE85-326885E1D314}" destId="{1C7DDB0C-6439-438F-B9A7-93521ED7EE7D}" srcOrd="0" destOrd="0" presId="urn:microsoft.com/office/officeart/2008/layout/LinedList"/>
    <dgm:cxn modelId="{028801C2-9977-4821-B711-079E2D82A16B}" srcId="{7B7AE869-487E-41A2-AE85-326885E1D314}" destId="{CA24C47F-31CC-4AA4-BD0A-885A02A1EDF7}" srcOrd="4" destOrd="0" parTransId="{B9894C16-2B8B-400B-BCC3-089D5F1D816F}" sibTransId="{5DE37438-50A8-4C93-A80A-E799198E67BD}"/>
    <dgm:cxn modelId="{0484E2D3-CA56-49BF-9EBD-D2930016244B}" srcId="{7B7AE869-487E-41A2-AE85-326885E1D314}" destId="{5EDE7371-9756-4647-88CC-D440F743813F}" srcOrd="1" destOrd="0" parTransId="{6FB14B82-6F3D-41D6-9FD4-997116261069}" sibTransId="{696FF9D5-2D69-456E-A5BC-47A4657F1A72}"/>
    <dgm:cxn modelId="{4B765FD7-37A5-406F-8ABD-15670351BC89}" type="presOf" srcId="{60D4AA94-5FFE-4491-AEEA-1C615AA119F0}" destId="{7A7D1E02-4492-4525-8B41-63A5CB226162}" srcOrd="0" destOrd="0" presId="urn:microsoft.com/office/officeart/2008/layout/LinedList"/>
    <dgm:cxn modelId="{D6C7D8D8-ADF6-4695-B23C-FE9BC3F1720D}" srcId="{7B7AE869-487E-41A2-AE85-326885E1D314}" destId="{CCFA1B86-9393-400E-8666-18791B47FEB0}" srcOrd="7" destOrd="0" parTransId="{1C7DE352-9D78-436B-B3AB-494A1E20456B}" sibTransId="{F77C6522-0744-4190-8AA8-4537F88172B5}"/>
    <dgm:cxn modelId="{6C91AEE2-4982-4B2A-9601-B13C3A14A5AB}" type="presOf" srcId="{1E0F690E-E951-422B-8AED-03E9CF340113}" destId="{942D0871-C9C7-4951-90DC-58F4122AB0A9}" srcOrd="0" destOrd="0" presId="urn:microsoft.com/office/officeart/2008/layout/LinedList"/>
    <dgm:cxn modelId="{EDBFE6ED-480E-466D-8215-9D00E5848D71}" srcId="{7B7AE869-487E-41A2-AE85-326885E1D314}" destId="{5DA00AE3-2AE4-4F20-B4BD-0661EBF15F37}" srcOrd="9" destOrd="0" parTransId="{843DD8AA-A405-4516-9594-FC6371054FD1}" sibTransId="{AD41E084-F27B-4374-A2D2-375E7978233A}"/>
    <dgm:cxn modelId="{6F5C9CF3-E452-4851-9E3A-79DC6015E8D3}" srcId="{7B7AE869-487E-41A2-AE85-326885E1D314}" destId="{DDDBE809-6107-40D3-B7D9-2601F1D29821}" srcOrd="2" destOrd="0" parTransId="{FAE96F05-F417-44D2-9264-3D412BBC3DDE}" sibTransId="{4F302298-53EE-4155-B9F4-344706272017}"/>
    <dgm:cxn modelId="{BD29A0FE-9921-49EE-ABA6-0E0103EAFCCB}" type="presOf" srcId="{5EDE7371-9756-4647-88CC-D440F743813F}" destId="{7F8C8F4F-0541-4B88-A62B-8EB93CFD2846}" srcOrd="0" destOrd="0" presId="urn:microsoft.com/office/officeart/2008/layout/LinedList"/>
    <dgm:cxn modelId="{209E29E1-6630-469C-9AE4-87D36F953CB5}" type="presParOf" srcId="{1C7DDB0C-6439-438F-B9A7-93521ED7EE7D}" destId="{891FB231-505F-4487-899E-3676C9ADD717}" srcOrd="0" destOrd="0" presId="urn:microsoft.com/office/officeart/2008/layout/LinedList"/>
    <dgm:cxn modelId="{0490A347-FD75-4F79-B7F0-1EAD2CE189A0}" type="presParOf" srcId="{1C7DDB0C-6439-438F-B9A7-93521ED7EE7D}" destId="{FC21EA22-5FB7-4B6E-9BE6-8FF014F6ED19}" srcOrd="1" destOrd="0" presId="urn:microsoft.com/office/officeart/2008/layout/LinedList"/>
    <dgm:cxn modelId="{6A162E49-46BB-4C03-BE81-52E853AC008B}" type="presParOf" srcId="{FC21EA22-5FB7-4B6E-9BE6-8FF014F6ED19}" destId="{7A7D1E02-4492-4525-8B41-63A5CB226162}" srcOrd="0" destOrd="0" presId="urn:microsoft.com/office/officeart/2008/layout/LinedList"/>
    <dgm:cxn modelId="{CFE9B9E9-23AF-49BE-8F62-E9D96E75EB05}" type="presParOf" srcId="{FC21EA22-5FB7-4B6E-9BE6-8FF014F6ED19}" destId="{B2177872-3D14-46F8-9B6F-FEEDB30B338C}" srcOrd="1" destOrd="0" presId="urn:microsoft.com/office/officeart/2008/layout/LinedList"/>
    <dgm:cxn modelId="{8F4677AE-4770-4EE6-8434-519347EDD0C9}" type="presParOf" srcId="{1C7DDB0C-6439-438F-B9A7-93521ED7EE7D}" destId="{AD467B38-2C10-4DB0-A848-73E2F9933BE8}" srcOrd="2" destOrd="0" presId="urn:microsoft.com/office/officeart/2008/layout/LinedList"/>
    <dgm:cxn modelId="{CCFACA44-8AB5-46BC-A59D-ABC81EA814D1}" type="presParOf" srcId="{1C7DDB0C-6439-438F-B9A7-93521ED7EE7D}" destId="{D01890FC-DA95-45C3-9782-E8FFC0D8387B}" srcOrd="3" destOrd="0" presId="urn:microsoft.com/office/officeart/2008/layout/LinedList"/>
    <dgm:cxn modelId="{223B37C6-E249-4FB3-8813-A57B877158C1}" type="presParOf" srcId="{D01890FC-DA95-45C3-9782-E8FFC0D8387B}" destId="{7F8C8F4F-0541-4B88-A62B-8EB93CFD2846}" srcOrd="0" destOrd="0" presId="urn:microsoft.com/office/officeart/2008/layout/LinedList"/>
    <dgm:cxn modelId="{942A4348-3771-47C5-AF25-D85B0780626C}" type="presParOf" srcId="{D01890FC-DA95-45C3-9782-E8FFC0D8387B}" destId="{3AFAF8EF-623A-489B-8362-79D8DD7F9B01}" srcOrd="1" destOrd="0" presId="urn:microsoft.com/office/officeart/2008/layout/LinedList"/>
    <dgm:cxn modelId="{965AD0AB-9A5E-4BD3-86D1-8E3E1297200A}" type="presParOf" srcId="{1C7DDB0C-6439-438F-B9A7-93521ED7EE7D}" destId="{FE5EC599-369B-495E-9E7C-7764406F7C04}" srcOrd="4" destOrd="0" presId="urn:microsoft.com/office/officeart/2008/layout/LinedList"/>
    <dgm:cxn modelId="{27B1CBA5-2CCF-4A75-ACA3-090FA2CA5425}" type="presParOf" srcId="{1C7DDB0C-6439-438F-B9A7-93521ED7EE7D}" destId="{CC580A13-5B2C-4FE5-AED3-07837662E36E}" srcOrd="5" destOrd="0" presId="urn:microsoft.com/office/officeart/2008/layout/LinedList"/>
    <dgm:cxn modelId="{9A4F8695-52B3-4503-B283-DE8B59BCC3DD}" type="presParOf" srcId="{CC580A13-5B2C-4FE5-AED3-07837662E36E}" destId="{9C16BE7E-A38F-4611-AA24-C448351A3042}" srcOrd="0" destOrd="0" presId="urn:microsoft.com/office/officeart/2008/layout/LinedList"/>
    <dgm:cxn modelId="{53B092F9-BC3B-4EC1-8B1E-1F97437B582C}" type="presParOf" srcId="{CC580A13-5B2C-4FE5-AED3-07837662E36E}" destId="{B9222386-0E85-4CC1-A450-5BE0B994F0EE}" srcOrd="1" destOrd="0" presId="urn:microsoft.com/office/officeart/2008/layout/LinedList"/>
    <dgm:cxn modelId="{162C9B48-5043-466D-8E43-399BBE38BB05}" type="presParOf" srcId="{1C7DDB0C-6439-438F-B9A7-93521ED7EE7D}" destId="{7353482C-1141-4323-91E2-DF2BB42B6FC4}" srcOrd="6" destOrd="0" presId="urn:microsoft.com/office/officeart/2008/layout/LinedList"/>
    <dgm:cxn modelId="{BE8EC3F9-655C-4BA4-8198-9C0E22273447}" type="presParOf" srcId="{1C7DDB0C-6439-438F-B9A7-93521ED7EE7D}" destId="{5E01D96B-80EE-45B6-A631-F45750D04F50}" srcOrd="7" destOrd="0" presId="urn:microsoft.com/office/officeart/2008/layout/LinedList"/>
    <dgm:cxn modelId="{A687A12C-2511-4F7C-A002-D7D3AD9559F1}" type="presParOf" srcId="{5E01D96B-80EE-45B6-A631-F45750D04F50}" destId="{6B00405E-81AA-40D6-AD59-3D5B716C91C9}" srcOrd="0" destOrd="0" presId="urn:microsoft.com/office/officeart/2008/layout/LinedList"/>
    <dgm:cxn modelId="{BFBDFDDE-DA38-4533-AAE5-AF0F45946E6A}" type="presParOf" srcId="{5E01D96B-80EE-45B6-A631-F45750D04F50}" destId="{4076AC85-488A-4174-BF9C-99D1EDA714DB}" srcOrd="1" destOrd="0" presId="urn:microsoft.com/office/officeart/2008/layout/LinedList"/>
    <dgm:cxn modelId="{EA3103C9-54FA-4C06-AFA3-9AFA1D55B0D7}" type="presParOf" srcId="{1C7DDB0C-6439-438F-B9A7-93521ED7EE7D}" destId="{FD8BF06F-CD8E-4574-8D27-8EAB424AD71D}" srcOrd="8" destOrd="0" presId="urn:microsoft.com/office/officeart/2008/layout/LinedList"/>
    <dgm:cxn modelId="{68DA61A9-5EE9-447E-8BD8-301D4B0D1CD4}" type="presParOf" srcId="{1C7DDB0C-6439-438F-B9A7-93521ED7EE7D}" destId="{B75508D5-A15A-46D8-B337-D50298810720}" srcOrd="9" destOrd="0" presId="urn:microsoft.com/office/officeart/2008/layout/LinedList"/>
    <dgm:cxn modelId="{0165773B-ABD7-42CC-A5CF-24FA0F9F8D3C}" type="presParOf" srcId="{B75508D5-A15A-46D8-B337-D50298810720}" destId="{0A7A34B5-2338-43C5-901B-B448CE04D4C8}" srcOrd="0" destOrd="0" presId="urn:microsoft.com/office/officeart/2008/layout/LinedList"/>
    <dgm:cxn modelId="{891105D2-39E0-43A9-8ED5-A2399EC5F0B2}" type="presParOf" srcId="{B75508D5-A15A-46D8-B337-D50298810720}" destId="{53CA03C2-1872-4A8A-8F30-39FB39AFE4A3}" srcOrd="1" destOrd="0" presId="urn:microsoft.com/office/officeart/2008/layout/LinedList"/>
    <dgm:cxn modelId="{723020F7-FEF6-4F92-BA29-5DDF52C17CD0}" type="presParOf" srcId="{1C7DDB0C-6439-438F-B9A7-93521ED7EE7D}" destId="{34933DE3-4671-406E-A350-D702EE0E2630}" srcOrd="10" destOrd="0" presId="urn:microsoft.com/office/officeart/2008/layout/LinedList"/>
    <dgm:cxn modelId="{5936D499-8A8E-48DB-B214-F25737F5D180}" type="presParOf" srcId="{1C7DDB0C-6439-438F-B9A7-93521ED7EE7D}" destId="{BEF70F24-4909-4B57-A85E-01311EFC06A2}" srcOrd="11" destOrd="0" presId="urn:microsoft.com/office/officeart/2008/layout/LinedList"/>
    <dgm:cxn modelId="{B38E1C88-D667-4CC5-8464-28A82D8B4736}" type="presParOf" srcId="{BEF70F24-4909-4B57-A85E-01311EFC06A2}" destId="{FA67E69E-FA37-48B1-B48C-1FB3DE7B6B52}" srcOrd="0" destOrd="0" presId="urn:microsoft.com/office/officeart/2008/layout/LinedList"/>
    <dgm:cxn modelId="{2BF3B6D5-E51D-452C-A9B6-D32023D379B3}" type="presParOf" srcId="{BEF70F24-4909-4B57-A85E-01311EFC06A2}" destId="{2E5C43FC-06E8-4316-9402-8A8C81DECBBE}" srcOrd="1" destOrd="0" presId="urn:microsoft.com/office/officeart/2008/layout/LinedList"/>
    <dgm:cxn modelId="{3ED84D27-6DD8-42FF-9722-D532314FEF0D}" type="presParOf" srcId="{1C7DDB0C-6439-438F-B9A7-93521ED7EE7D}" destId="{A2869D3E-DE31-4885-916A-AE2303C2F086}" srcOrd="12" destOrd="0" presId="urn:microsoft.com/office/officeart/2008/layout/LinedList"/>
    <dgm:cxn modelId="{CE9A76D4-E119-4ED8-AB30-DE0688802A00}" type="presParOf" srcId="{1C7DDB0C-6439-438F-B9A7-93521ED7EE7D}" destId="{C5448F7A-8FE8-40ED-A8DA-E55F1C6D7A5C}" srcOrd="13" destOrd="0" presId="urn:microsoft.com/office/officeart/2008/layout/LinedList"/>
    <dgm:cxn modelId="{91485894-EB21-42AD-BFF7-AEC90CEA8C8A}" type="presParOf" srcId="{C5448F7A-8FE8-40ED-A8DA-E55F1C6D7A5C}" destId="{942D0871-C9C7-4951-90DC-58F4122AB0A9}" srcOrd="0" destOrd="0" presId="urn:microsoft.com/office/officeart/2008/layout/LinedList"/>
    <dgm:cxn modelId="{2F4DA8CA-99B5-4C89-9857-776C5BEE7CE6}" type="presParOf" srcId="{C5448F7A-8FE8-40ED-A8DA-E55F1C6D7A5C}" destId="{B22A8993-8EAE-4991-8E60-871D6D5BF284}" srcOrd="1" destOrd="0" presId="urn:microsoft.com/office/officeart/2008/layout/LinedList"/>
    <dgm:cxn modelId="{1BD8DAFD-E469-4F31-A3F0-076CC133E114}" type="presParOf" srcId="{1C7DDB0C-6439-438F-B9A7-93521ED7EE7D}" destId="{0157451D-B198-4F91-BF90-B27EACDB4563}" srcOrd="14" destOrd="0" presId="urn:microsoft.com/office/officeart/2008/layout/LinedList"/>
    <dgm:cxn modelId="{8A29626D-6793-497E-B9D3-86306F943027}" type="presParOf" srcId="{1C7DDB0C-6439-438F-B9A7-93521ED7EE7D}" destId="{376C0F24-5B6F-446C-8A82-FD70465B5F37}" srcOrd="15" destOrd="0" presId="urn:microsoft.com/office/officeart/2008/layout/LinedList"/>
    <dgm:cxn modelId="{8E1DEAF0-179E-436D-8B2C-088143B3F2A9}" type="presParOf" srcId="{376C0F24-5B6F-446C-8A82-FD70465B5F37}" destId="{3D36D863-45F0-444A-9B82-E1D290DC07DE}" srcOrd="0" destOrd="0" presId="urn:microsoft.com/office/officeart/2008/layout/LinedList"/>
    <dgm:cxn modelId="{7032E562-FCF3-403B-9878-B63CB45B2193}" type="presParOf" srcId="{376C0F24-5B6F-446C-8A82-FD70465B5F37}" destId="{7CFC0396-F152-423F-BD1C-7024DE004108}" srcOrd="1" destOrd="0" presId="urn:microsoft.com/office/officeart/2008/layout/LinedList"/>
    <dgm:cxn modelId="{27179097-8F96-4660-90C8-59FA7E7C6FB6}" type="presParOf" srcId="{1C7DDB0C-6439-438F-B9A7-93521ED7EE7D}" destId="{B6B5DD2C-BBEE-42D3-9F2D-F05D4ED2E552}" srcOrd="16" destOrd="0" presId="urn:microsoft.com/office/officeart/2008/layout/LinedList"/>
    <dgm:cxn modelId="{48CEA925-0E12-45DE-BD73-231C8277C87B}" type="presParOf" srcId="{1C7DDB0C-6439-438F-B9A7-93521ED7EE7D}" destId="{F6F24A68-8D16-422B-918A-3B6FBEB3D19A}" srcOrd="17" destOrd="0" presId="urn:microsoft.com/office/officeart/2008/layout/LinedList"/>
    <dgm:cxn modelId="{154D89D3-FAEC-491E-AAC3-15F589888352}" type="presParOf" srcId="{F6F24A68-8D16-422B-918A-3B6FBEB3D19A}" destId="{10EBEC46-E080-42CE-BD5F-3D53C9FBDEB8}" srcOrd="0" destOrd="0" presId="urn:microsoft.com/office/officeart/2008/layout/LinedList"/>
    <dgm:cxn modelId="{3FEAF67F-41E8-4D8F-B8B2-C9A0280924B8}" type="presParOf" srcId="{F6F24A68-8D16-422B-918A-3B6FBEB3D19A}" destId="{38B1C6E8-8CBE-42D2-8077-F81CA749B396}" srcOrd="1" destOrd="0" presId="urn:microsoft.com/office/officeart/2008/layout/LinedList"/>
    <dgm:cxn modelId="{E074388D-D42A-4676-80BC-D2AB0B7CD0D2}" type="presParOf" srcId="{1C7DDB0C-6439-438F-B9A7-93521ED7EE7D}" destId="{0AFF6A77-3786-4713-8E4B-334B50A5404D}" srcOrd="18" destOrd="0" presId="urn:microsoft.com/office/officeart/2008/layout/LinedList"/>
    <dgm:cxn modelId="{4A0D4B5D-582F-481F-9789-AA35DF7028E1}" type="presParOf" srcId="{1C7DDB0C-6439-438F-B9A7-93521ED7EE7D}" destId="{26B4818D-67BA-4E79-8C49-72DE1148816E}" srcOrd="19" destOrd="0" presId="urn:microsoft.com/office/officeart/2008/layout/LinedList"/>
    <dgm:cxn modelId="{85A1B7C0-CA09-4571-9308-194AD56A1821}" type="presParOf" srcId="{26B4818D-67BA-4E79-8C49-72DE1148816E}" destId="{4BF3CA7C-D5ED-4B94-B1B1-AB1C687EEFCB}" srcOrd="0" destOrd="0" presId="urn:microsoft.com/office/officeart/2008/layout/LinedList"/>
    <dgm:cxn modelId="{4EB41BE2-FB55-4A78-891A-4C99A4C565D3}" type="presParOf" srcId="{26B4818D-67BA-4E79-8C49-72DE1148816E}" destId="{AD506465-AAD8-4072-A7C4-D2898C174E0B}" srcOrd="1" destOrd="0" presId="urn:microsoft.com/office/officeart/2008/layout/LinedList"/>
    <dgm:cxn modelId="{CC3ACFDB-0BC5-4CC6-9D75-35D0FB9980B8}" type="presParOf" srcId="{1C7DDB0C-6439-438F-B9A7-93521ED7EE7D}" destId="{89E8579D-546C-4251-865D-DC6BC56E1DC6}" srcOrd="20" destOrd="0" presId="urn:microsoft.com/office/officeart/2008/layout/LinedList"/>
    <dgm:cxn modelId="{883C0AFE-3E73-4AF7-8E3D-9F79BCF25206}" type="presParOf" srcId="{1C7DDB0C-6439-438F-B9A7-93521ED7EE7D}" destId="{DF1EF14D-E4B0-4BA0-99E8-9C058412ECDC}" srcOrd="21" destOrd="0" presId="urn:microsoft.com/office/officeart/2008/layout/LinedList"/>
    <dgm:cxn modelId="{31FD4540-CB6E-4089-8847-17AB40206649}" type="presParOf" srcId="{DF1EF14D-E4B0-4BA0-99E8-9C058412ECDC}" destId="{E53F3275-A0D9-41CD-9EF0-3390111DEA3A}" srcOrd="0" destOrd="0" presId="urn:microsoft.com/office/officeart/2008/layout/LinedList"/>
    <dgm:cxn modelId="{31C1669C-B85A-4E21-AD8E-99CCD5C2AE9B}" type="presParOf" srcId="{DF1EF14D-E4B0-4BA0-99E8-9C058412ECDC}" destId="{07AA213B-2DF0-4940-B60B-66AF4D61872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497157-C41C-4285-9AA8-D098A33288A4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5A949ED-F970-485F-843F-346D12BEB67A}">
      <dgm:prSet/>
      <dgm:spPr/>
      <dgm:t>
        <a:bodyPr/>
        <a:lstStyle/>
        <a:p>
          <a:r>
            <a:rPr lang="en-US"/>
            <a:t>This project the MNIST dataset for digit recognition was used</a:t>
          </a:r>
        </a:p>
      </dgm:t>
    </dgm:pt>
    <dgm:pt modelId="{6E942CC1-6ED6-4BE5-98E7-5D603D8E3180}" type="parTrans" cxnId="{27B5B047-FC00-4E96-AE3F-9206565DE857}">
      <dgm:prSet/>
      <dgm:spPr/>
      <dgm:t>
        <a:bodyPr/>
        <a:lstStyle/>
        <a:p>
          <a:endParaRPr lang="en-US"/>
        </a:p>
      </dgm:t>
    </dgm:pt>
    <dgm:pt modelId="{4BBFDF92-3768-4D10-9647-51746966718F}" type="sibTrans" cxnId="{27B5B047-FC00-4E96-AE3F-9206565DE857}">
      <dgm:prSet/>
      <dgm:spPr/>
      <dgm:t>
        <a:bodyPr/>
        <a:lstStyle/>
        <a:p>
          <a:endParaRPr lang="en-US"/>
        </a:p>
      </dgm:t>
    </dgm:pt>
    <dgm:pt modelId="{B4801F33-C51D-4838-ADDE-C974F6BD7FA7}">
      <dgm:prSet/>
      <dgm:spPr/>
      <dgm:t>
        <a:bodyPr/>
        <a:lstStyle/>
        <a:p>
          <a:r>
            <a:rPr lang="en-US"/>
            <a:t>Motivation is to upgrade to a full OCR dataset </a:t>
          </a:r>
        </a:p>
      </dgm:t>
    </dgm:pt>
    <dgm:pt modelId="{2B1A85E1-D5A7-4CC7-9334-8B942D022D9A}" type="parTrans" cxnId="{92E03947-F613-4687-B98C-76637237AD5C}">
      <dgm:prSet/>
      <dgm:spPr/>
      <dgm:t>
        <a:bodyPr/>
        <a:lstStyle/>
        <a:p>
          <a:endParaRPr lang="en-US"/>
        </a:p>
      </dgm:t>
    </dgm:pt>
    <dgm:pt modelId="{6CA16498-6E80-4948-8C3E-772E706E003F}" type="sibTrans" cxnId="{92E03947-F613-4687-B98C-76637237AD5C}">
      <dgm:prSet/>
      <dgm:spPr/>
      <dgm:t>
        <a:bodyPr/>
        <a:lstStyle/>
        <a:p>
          <a:endParaRPr lang="en-US"/>
        </a:p>
      </dgm:t>
    </dgm:pt>
    <dgm:pt modelId="{C455B40A-4BD8-4C77-8CA0-78CD08192550}">
      <dgm:prSet/>
      <dgm:spPr/>
      <dgm:t>
        <a:bodyPr/>
        <a:lstStyle/>
        <a:p>
          <a:r>
            <a:rPr lang="en-US"/>
            <a:t>The requested harvesting was executed</a:t>
          </a:r>
        </a:p>
      </dgm:t>
    </dgm:pt>
    <dgm:pt modelId="{66D94A60-2AF5-43F9-BAE5-563CD5C91A17}" type="parTrans" cxnId="{DD547A18-4720-4A26-AB15-1AC525DD17CE}">
      <dgm:prSet/>
      <dgm:spPr/>
      <dgm:t>
        <a:bodyPr/>
        <a:lstStyle/>
        <a:p>
          <a:endParaRPr lang="en-US"/>
        </a:p>
      </dgm:t>
    </dgm:pt>
    <dgm:pt modelId="{8A8B0322-9B31-44AD-B4BC-63AC3ECD492B}" type="sibTrans" cxnId="{DD547A18-4720-4A26-AB15-1AC525DD17CE}">
      <dgm:prSet/>
      <dgm:spPr/>
      <dgm:t>
        <a:bodyPr/>
        <a:lstStyle/>
        <a:p>
          <a:endParaRPr lang="en-US"/>
        </a:p>
      </dgm:t>
    </dgm:pt>
    <dgm:pt modelId="{620E1735-25FF-4B76-8C1F-0DE60C9951DC}">
      <dgm:prSet/>
      <dgm:spPr/>
      <dgm:t>
        <a:bodyPr/>
        <a:lstStyle/>
        <a:p>
          <a:r>
            <a:rPr lang="en-US"/>
            <a:t>Then several pruning techniques were applied to analyze what are the most accurate</a:t>
          </a:r>
        </a:p>
      </dgm:t>
    </dgm:pt>
    <dgm:pt modelId="{FF12D2A0-E2B0-4139-B0D7-3C80F8D21FEE}" type="parTrans" cxnId="{A04180E8-582A-4805-A58C-F1DC17F64B58}">
      <dgm:prSet/>
      <dgm:spPr/>
      <dgm:t>
        <a:bodyPr/>
        <a:lstStyle/>
        <a:p>
          <a:endParaRPr lang="en-US"/>
        </a:p>
      </dgm:t>
    </dgm:pt>
    <dgm:pt modelId="{A051FFF1-3236-4C6E-8E9B-3B0211889C70}" type="sibTrans" cxnId="{A04180E8-582A-4805-A58C-F1DC17F64B58}">
      <dgm:prSet/>
      <dgm:spPr/>
      <dgm:t>
        <a:bodyPr/>
        <a:lstStyle/>
        <a:p>
          <a:endParaRPr lang="en-US"/>
        </a:p>
      </dgm:t>
    </dgm:pt>
    <dgm:pt modelId="{B05A1C59-8690-468D-B0DA-761921ABD42E}" type="pres">
      <dgm:prSet presAssocID="{0B497157-C41C-4285-9AA8-D098A33288A4}" presName="vert0" presStyleCnt="0">
        <dgm:presLayoutVars>
          <dgm:dir/>
          <dgm:animOne val="branch"/>
          <dgm:animLvl val="lvl"/>
        </dgm:presLayoutVars>
      </dgm:prSet>
      <dgm:spPr/>
    </dgm:pt>
    <dgm:pt modelId="{C4035345-6C57-4AD3-8E4B-D7001EF0CBEA}" type="pres">
      <dgm:prSet presAssocID="{65A949ED-F970-485F-843F-346D12BEB67A}" presName="thickLine" presStyleLbl="alignNode1" presStyleIdx="0" presStyleCnt="4"/>
      <dgm:spPr/>
    </dgm:pt>
    <dgm:pt modelId="{FBBB2B4F-ACE8-409E-A536-1C547B42B9C9}" type="pres">
      <dgm:prSet presAssocID="{65A949ED-F970-485F-843F-346D12BEB67A}" presName="horz1" presStyleCnt="0"/>
      <dgm:spPr/>
    </dgm:pt>
    <dgm:pt modelId="{F535550F-A478-4125-A213-A1D40279F5FA}" type="pres">
      <dgm:prSet presAssocID="{65A949ED-F970-485F-843F-346D12BEB67A}" presName="tx1" presStyleLbl="revTx" presStyleIdx="0" presStyleCnt="4"/>
      <dgm:spPr/>
    </dgm:pt>
    <dgm:pt modelId="{EC00CB44-8431-4B15-8B21-C87FBEEBA248}" type="pres">
      <dgm:prSet presAssocID="{65A949ED-F970-485F-843F-346D12BEB67A}" presName="vert1" presStyleCnt="0"/>
      <dgm:spPr/>
    </dgm:pt>
    <dgm:pt modelId="{2C6F83ED-53E2-4A88-85FE-F2B7869EE96C}" type="pres">
      <dgm:prSet presAssocID="{B4801F33-C51D-4838-ADDE-C974F6BD7FA7}" presName="thickLine" presStyleLbl="alignNode1" presStyleIdx="1" presStyleCnt="4"/>
      <dgm:spPr/>
    </dgm:pt>
    <dgm:pt modelId="{FBB06D77-C53E-45CF-BECC-822CF9B31CDA}" type="pres">
      <dgm:prSet presAssocID="{B4801F33-C51D-4838-ADDE-C974F6BD7FA7}" presName="horz1" presStyleCnt="0"/>
      <dgm:spPr/>
    </dgm:pt>
    <dgm:pt modelId="{27890D9C-D049-4103-9FC6-08198F5FC12A}" type="pres">
      <dgm:prSet presAssocID="{B4801F33-C51D-4838-ADDE-C974F6BD7FA7}" presName="tx1" presStyleLbl="revTx" presStyleIdx="1" presStyleCnt="4"/>
      <dgm:spPr/>
    </dgm:pt>
    <dgm:pt modelId="{A94C51F7-04DF-413D-9E05-BCA0159AF29F}" type="pres">
      <dgm:prSet presAssocID="{B4801F33-C51D-4838-ADDE-C974F6BD7FA7}" presName="vert1" presStyleCnt="0"/>
      <dgm:spPr/>
    </dgm:pt>
    <dgm:pt modelId="{2A053239-3D2E-418E-A880-66CD900A1F0E}" type="pres">
      <dgm:prSet presAssocID="{C455B40A-4BD8-4C77-8CA0-78CD08192550}" presName="thickLine" presStyleLbl="alignNode1" presStyleIdx="2" presStyleCnt="4"/>
      <dgm:spPr/>
    </dgm:pt>
    <dgm:pt modelId="{5C63E8CE-75B0-4857-AF57-3E27A8377938}" type="pres">
      <dgm:prSet presAssocID="{C455B40A-4BD8-4C77-8CA0-78CD08192550}" presName="horz1" presStyleCnt="0"/>
      <dgm:spPr/>
    </dgm:pt>
    <dgm:pt modelId="{1D4E4E20-902E-42AC-A570-6AD3F917E76D}" type="pres">
      <dgm:prSet presAssocID="{C455B40A-4BD8-4C77-8CA0-78CD08192550}" presName="tx1" presStyleLbl="revTx" presStyleIdx="2" presStyleCnt="4"/>
      <dgm:spPr/>
    </dgm:pt>
    <dgm:pt modelId="{30583409-0FB2-4791-AF2B-0C18DC92A076}" type="pres">
      <dgm:prSet presAssocID="{C455B40A-4BD8-4C77-8CA0-78CD08192550}" presName="vert1" presStyleCnt="0"/>
      <dgm:spPr/>
    </dgm:pt>
    <dgm:pt modelId="{8427D106-738D-4AD1-BA6C-7F81483D553A}" type="pres">
      <dgm:prSet presAssocID="{620E1735-25FF-4B76-8C1F-0DE60C9951DC}" presName="thickLine" presStyleLbl="alignNode1" presStyleIdx="3" presStyleCnt="4"/>
      <dgm:spPr/>
    </dgm:pt>
    <dgm:pt modelId="{37E0A246-EA7B-4323-951F-469A2B24BF37}" type="pres">
      <dgm:prSet presAssocID="{620E1735-25FF-4B76-8C1F-0DE60C9951DC}" presName="horz1" presStyleCnt="0"/>
      <dgm:spPr/>
    </dgm:pt>
    <dgm:pt modelId="{D1E691FA-526B-4184-BF0F-2E67EF21C3D1}" type="pres">
      <dgm:prSet presAssocID="{620E1735-25FF-4B76-8C1F-0DE60C9951DC}" presName="tx1" presStyleLbl="revTx" presStyleIdx="3" presStyleCnt="4"/>
      <dgm:spPr/>
    </dgm:pt>
    <dgm:pt modelId="{671B351A-6321-4162-B5E5-821D91584771}" type="pres">
      <dgm:prSet presAssocID="{620E1735-25FF-4B76-8C1F-0DE60C9951DC}" presName="vert1" presStyleCnt="0"/>
      <dgm:spPr/>
    </dgm:pt>
  </dgm:ptLst>
  <dgm:cxnLst>
    <dgm:cxn modelId="{DD547A18-4720-4A26-AB15-1AC525DD17CE}" srcId="{0B497157-C41C-4285-9AA8-D098A33288A4}" destId="{C455B40A-4BD8-4C77-8CA0-78CD08192550}" srcOrd="2" destOrd="0" parTransId="{66D94A60-2AF5-43F9-BAE5-563CD5C91A17}" sibTransId="{8A8B0322-9B31-44AD-B4BC-63AC3ECD492B}"/>
    <dgm:cxn modelId="{FA35EF5C-D738-43E7-8778-A3945FC9238D}" type="presOf" srcId="{0B497157-C41C-4285-9AA8-D098A33288A4}" destId="{B05A1C59-8690-468D-B0DA-761921ABD42E}" srcOrd="0" destOrd="0" presId="urn:microsoft.com/office/officeart/2008/layout/LinedList"/>
    <dgm:cxn modelId="{92E03947-F613-4687-B98C-76637237AD5C}" srcId="{0B497157-C41C-4285-9AA8-D098A33288A4}" destId="{B4801F33-C51D-4838-ADDE-C974F6BD7FA7}" srcOrd="1" destOrd="0" parTransId="{2B1A85E1-D5A7-4CC7-9334-8B942D022D9A}" sibTransId="{6CA16498-6E80-4948-8C3E-772E706E003F}"/>
    <dgm:cxn modelId="{27B5B047-FC00-4E96-AE3F-9206565DE857}" srcId="{0B497157-C41C-4285-9AA8-D098A33288A4}" destId="{65A949ED-F970-485F-843F-346D12BEB67A}" srcOrd="0" destOrd="0" parTransId="{6E942CC1-6ED6-4BE5-98E7-5D603D8E3180}" sibTransId="{4BBFDF92-3768-4D10-9647-51746966718F}"/>
    <dgm:cxn modelId="{4534C04A-6FD9-444C-BA89-6599599D3DDE}" type="presOf" srcId="{65A949ED-F970-485F-843F-346D12BEB67A}" destId="{F535550F-A478-4125-A213-A1D40279F5FA}" srcOrd="0" destOrd="0" presId="urn:microsoft.com/office/officeart/2008/layout/LinedList"/>
    <dgm:cxn modelId="{B2F4694F-713C-442A-8A59-953F545B8C10}" type="presOf" srcId="{C455B40A-4BD8-4C77-8CA0-78CD08192550}" destId="{1D4E4E20-902E-42AC-A570-6AD3F917E76D}" srcOrd="0" destOrd="0" presId="urn:microsoft.com/office/officeart/2008/layout/LinedList"/>
    <dgm:cxn modelId="{A2453E98-0937-4A2B-8B09-F497A301A886}" type="presOf" srcId="{B4801F33-C51D-4838-ADDE-C974F6BD7FA7}" destId="{27890D9C-D049-4103-9FC6-08198F5FC12A}" srcOrd="0" destOrd="0" presId="urn:microsoft.com/office/officeart/2008/layout/LinedList"/>
    <dgm:cxn modelId="{72A33B9F-04E0-4DD4-B25F-E66CD78926B4}" type="presOf" srcId="{620E1735-25FF-4B76-8C1F-0DE60C9951DC}" destId="{D1E691FA-526B-4184-BF0F-2E67EF21C3D1}" srcOrd="0" destOrd="0" presId="urn:microsoft.com/office/officeart/2008/layout/LinedList"/>
    <dgm:cxn modelId="{A04180E8-582A-4805-A58C-F1DC17F64B58}" srcId="{0B497157-C41C-4285-9AA8-D098A33288A4}" destId="{620E1735-25FF-4B76-8C1F-0DE60C9951DC}" srcOrd="3" destOrd="0" parTransId="{FF12D2A0-E2B0-4139-B0D7-3C80F8D21FEE}" sibTransId="{A051FFF1-3236-4C6E-8E9B-3B0211889C70}"/>
    <dgm:cxn modelId="{3F1C9F38-BC51-4AC9-995B-782257D6C2AB}" type="presParOf" srcId="{B05A1C59-8690-468D-B0DA-761921ABD42E}" destId="{C4035345-6C57-4AD3-8E4B-D7001EF0CBEA}" srcOrd="0" destOrd="0" presId="urn:microsoft.com/office/officeart/2008/layout/LinedList"/>
    <dgm:cxn modelId="{8D37BD4B-FBAB-422C-9F4D-0198284C1125}" type="presParOf" srcId="{B05A1C59-8690-468D-B0DA-761921ABD42E}" destId="{FBBB2B4F-ACE8-409E-A536-1C547B42B9C9}" srcOrd="1" destOrd="0" presId="urn:microsoft.com/office/officeart/2008/layout/LinedList"/>
    <dgm:cxn modelId="{5CE12B6A-FD29-4499-B6F5-FD14DC7D32B2}" type="presParOf" srcId="{FBBB2B4F-ACE8-409E-A536-1C547B42B9C9}" destId="{F535550F-A478-4125-A213-A1D40279F5FA}" srcOrd="0" destOrd="0" presId="urn:microsoft.com/office/officeart/2008/layout/LinedList"/>
    <dgm:cxn modelId="{12460AE5-86B7-47E5-A20E-FB893B13E695}" type="presParOf" srcId="{FBBB2B4F-ACE8-409E-A536-1C547B42B9C9}" destId="{EC00CB44-8431-4B15-8B21-C87FBEEBA248}" srcOrd="1" destOrd="0" presId="urn:microsoft.com/office/officeart/2008/layout/LinedList"/>
    <dgm:cxn modelId="{654CEDB8-919B-4AD5-9CC6-8E48D21F0E2C}" type="presParOf" srcId="{B05A1C59-8690-468D-B0DA-761921ABD42E}" destId="{2C6F83ED-53E2-4A88-85FE-F2B7869EE96C}" srcOrd="2" destOrd="0" presId="urn:microsoft.com/office/officeart/2008/layout/LinedList"/>
    <dgm:cxn modelId="{870FF21D-8EEA-4182-ADD5-CC9CB09C2784}" type="presParOf" srcId="{B05A1C59-8690-468D-B0DA-761921ABD42E}" destId="{FBB06D77-C53E-45CF-BECC-822CF9B31CDA}" srcOrd="3" destOrd="0" presId="urn:microsoft.com/office/officeart/2008/layout/LinedList"/>
    <dgm:cxn modelId="{4C1094FC-95A0-4667-BCC7-422758ECECAF}" type="presParOf" srcId="{FBB06D77-C53E-45CF-BECC-822CF9B31CDA}" destId="{27890D9C-D049-4103-9FC6-08198F5FC12A}" srcOrd="0" destOrd="0" presId="urn:microsoft.com/office/officeart/2008/layout/LinedList"/>
    <dgm:cxn modelId="{A89F79F3-1720-4EF1-A2DA-C1FE4C9A30BF}" type="presParOf" srcId="{FBB06D77-C53E-45CF-BECC-822CF9B31CDA}" destId="{A94C51F7-04DF-413D-9E05-BCA0159AF29F}" srcOrd="1" destOrd="0" presId="urn:microsoft.com/office/officeart/2008/layout/LinedList"/>
    <dgm:cxn modelId="{0E2E87CB-84B4-40FB-B071-6A453C924403}" type="presParOf" srcId="{B05A1C59-8690-468D-B0DA-761921ABD42E}" destId="{2A053239-3D2E-418E-A880-66CD900A1F0E}" srcOrd="4" destOrd="0" presId="urn:microsoft.com/office/officeart/2008/layout/LinedList"/>
    <dgm:cxn modelId="{02B1B000-1051-4EA7-9368-DCA168D148D7}" type="presParOf" srcId="{B05A1C59-8690-468D-B0DA-761921ABD42E}" destId="{5C63E8CE-75B0-4857-AF57-3E27A8377938}" srcOrd="5" destOrd="0" presId="urn:microsoft.com/office/officeart/2008/layout/LinedList"/>
    <dgm:cxn modelId="{32C2374C-7496-4133-AB4C-C78FC916CFD0}" type="presParOf" srcId="{5C63E8CE-75B0-4857-AF57-3E27A8377938}" destId="{1D4E4E20-902E-42AC-A570-6AD3F917E76D}" srcOrd="0" destOrd="0" presId="urn:microsoft.com/office/officeart/2008/layout/LinedList"/>
    <dgm:cxn modelId="{321CC4BD-733F-460C-A4EC-525F72E68577}" type="presParOf" srcId="{5C63E8CE-75B0-4857-AF57-3E27A8377938}" destId="{30583409-0FB2-4791-AF2B-0C18DC92A076}" srcOrd="1" destOrd="0" presId="urn:microsoft.com/office/officeart/2008/layout/LinedList"/>
    <dgm:cxn modelId="{E37A5F63-3F8E-4196-9E60-4BE43657D831}" type="presParOf" srcId="{B05A1C59-8690-468D-B0DA-761921ABD42E}" destId="{8427D106-738D-4AD1-BA6C-7F81483D553A}" srcOrd="6" destOrd="0" presId="urn:microsoft.com/office/officeart/2008/layout/LinedList"/>
    <dgm:cxn modelId="{0C71EB48-7A92-4CEC-B767-047627C1BE91}" type="presParOf" srcId="{B05A1C59-8690-468D-B0DA-761921ABD42E}" destId="{37E0A246-EA7B-4323-951F-469A2B24BF37}" srcOrd="7" destOrd="0" presId="urn:microsoft.com/office/officeart/2008/layout/LinedList"/>
    <dgm:cxn modelId="{F945531A-D477-4871-94A2-7B9C0A896FAB}" type="presParOf" srcId="{37E0A246-EA7B-4323-951F-469A2B24BF37}" destId="{D1E691FA-526B-4184-BF0F-2E67EF21C3D1}" srcOrd="0" destOrd="0" presId="urn:microsoft.com/office/officeart/2008/layout/LinedList"/>
    <dgm:cxn modelId="{4175994E-5739-4E6B-8DF5-327CB92281E4}" type="presParOf" srcId="{37E0A246-EA7B-4323-951F-469A2B24BF37}" destId="{671B351A-6321-4162-B5E5-821D9158477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A3454C-FDE1-4C07-A747-635F387D946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7B3F05B-364E-4A86-AFEA-6B0BD589442D}">
      <dgm:prSet/>
      <dgm:spPr/>
      <dgm:t>
        <a:bodyPr/>
        <a:lstStyle/>
        <a:p>
          <a:r>
            <a:rPr lang="en-US" b="1" i="0" baseline="0"/>
            <a:t>Input Shape</a:t>
          </a:r>
          <a:r>
            <a:rPr lang="en-US" b="0" i="0" baseline="0"/>
            <a:t>: (64, 64, 3)</a:t>
          </a:r>
          <a:endParaRPr lang="en-US"/>
        </a:p>
      </dgm:t>
    </dgm:pt>
    <dgm:pt modelId="{E6FA45F8-FE6A-41F5-980B-7EF2173B02F6}" type="parTrans" cxnId="{BDF61D7E-16D9-4AED-83CC-9437A9370849}">
      <dgm:prSet/>
      <dgm:spPr/>
      <dgm:t>
        <a:bodyPr/>
        <a:lstStyle/>
        <a:p>
          <a:endParaRPr lang="en-US"/>
        </a:p>
      </dgm:t>
    </dgm:pt>
    <dgm:pt modelId="{389663F3-FC12-4A15-B9AD-7178B48B4DF2}" type="sibTrans" cxnId="{BDF61D7E-16D9-4AED-83CC-9437A9370849}">
      <dgm:prSet/>
      <dgm:spPr/>
      <dgm:t>
        <a:bodyPr/>
        <a:lstStyle/>
        <a:p>
          <a:endParaRPr lang="en-US"/>
        </a:p>
      </dgm:t>
    </dgm:pt>
    <dgm:pt modelId="{425F55D6-D645-45B3-ADB7-718268B855D4}">
      <dgm:prSet/>
      <dgm:spPr/>
      <dgm:t>
        <a:bodyPr/>
        <a:lstStyle/>
        <a:p>
          <a:r>
            <a:rPr lang="en-US" b="1" i="0" baseline="0"/>
            <a:t>Total Layers</a:t>
          </a:r>
          <a:r>
            <a:rPr lang="en-US" b="0" i="0" baseline="0"/>
            <a:t>: 5</a:t>
          </a:r>
          <a:endParaRPr lang="en-US"/>
        </a:p>
      </dgm:t>
    </dgm:pt>
    <dgm:pt modelId="{2586A556-3E7C-4377-B8E2-AC8B180B9BEC}" type="parTrans" cxnId="{C15851AA-92C3-4757-A64D-65B7CCD963E2}">
      <dgm:prSet/>
      <dgm:spPr/>
      <dgm:t>
        <a:bodyPr/>
        <a:lstStyle/>
        <a:p>
          <a:endParaRPr lang="en-US"/>
        </a:p>
      </dgm:t>
    </dgm:pt>
    <dgm:pt modelId="{A173E19E-48FF-48D6-B72E-80A54A90DD8D}" type="sibTrans" cxnId="{C15851AA-92C3-4757-A64D-65B7CCD963E2}">
      <dgm:prSet/>
      <dgm:spPr/>
      <dgm:t>
        <a:bodyPr/>
        <a:lstStyle/>
        <a:p>
          <a:endParaRPr lang="en-US"/>
        </a:p>
      </dgm:t>
    </dgm:pt>
    <dgm:pt modelId="{24040590-CC15-4300-BEEB-6C9726AB0ED5}">
      <dgm:prSet custT="1"/>
      <dgm:spPr>
        <a:gradFill rotWithShape="0">
          <a:gsLst>
            <a:gs pos="0">
              <a:srgbClr val="A02B93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rgbClr>
            </a:gs>
            <a:gs pos="50000">
              <a:srgbClr val="A02B93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rgbClr>
            </a:gs>
            <a:gs pos="100000">
              <a:srgbClr val="A02B93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72390" tIns="72390" rIns="72390" bIns="72390" numCol="1" spcCol="1270" anchor="ctr" anchorCtr="0"/>
        <a:lstStyle/>
        <a:p>
          <a:r>
            <a:rPr lang="en-US" sz="1900" b="1" i="0" kern="1200" baseline="0" dirty="0"/>
            <a:t>1 </a:t>
          </a:r>
          <a:r>
            <a:rPr lang="en-US" sz="1900" b="1" i="0" kern="1200" baseline="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Convolutional</a:t>
          </a:r>
          <a:r>
            <a:rPr lang="en-US" sz="1900" b="1" i="0" kern="1200" baseline="0" dirty="0"/>
            <a:t> Layer</a:t>
          </a:r>
          <a:endParaRPr lang="en-US" sz="1900" kern="1200" dirty="0"/>
        </a:p>
      </dgm:t>
    </dgm:pt>
    <dgm:pt modelId="{5FDA26FC-99FC-46ED-8CFD-05FE1D762475}" type="parTrans" cxnId="{ABB4A294-FAF7-4672-A1F2-3339435FC431}">
      <dgm:prSet/>
      <dgm:spPr/>
      <dgm:t>
        <a:bodyPr/>
        <a:lstStyle/>
        <a:p>
          <a:endParaRPr lang="en-US"/>
        </a:p>
      </dgm:t>
    </dgm:pt>
    <dgm:pt modelId="{404F34AD-56C7-46E8-A402-4A9BF4F30E42}" type="sibTrans" cxnId="{ABB4A294-FAF7-4672-A1F2-3339435FC431}">
      <dgm:prSet/>
      <dgm:spPr/>
      <dgm:t>
        <a:bodyPr/>
        <a:lstStyle/>
        <a:p>
          <a:endParaRPr lang="en-US"/>
        </a:p>
      </dgm:t>
    </dgm:pt>
    <dgm:pt modelId="{DB9166BB-A36B-4462-8AB9-20D0BEBA40C7}">
      <dgm:prSet/>
      <dgm:spPr/>
      <dgm:t>
        <a:bodyPr/>
        <a:lstStyle/>
        <a:p>
          <a:r>
            <a:rPr lang="en-US" b="1" i="0" baseline="0"/>
            <a:t>1 MaxPooling Layer</a:t>
          </a:r>
          <a:endParaRPr lang="en-US"/>
        </a:p>
      </dgm:t>
    </dgm:pt>
    <dgm:pt modelId="{18BAD89D-CDCB-4289-B991-D83D0B911788}" type="parTrans" cxnId="{ABBB6EA4-505A-452E-9058-9593EB8B4485}">
      <dgm:prSet/>
      <dgm:spPr/>
      <dgm:t>
        <a:bodyPr/>
        <a:lstStyle/>
        <a:p>
          <a:endParaRPr lang="en-US"/>
        </a:p>
      </dgm:t>
    </dgm:pt>
    <dgm:pt modelId="{EDF846EC-9B09-4779-B353-9586F7D5E2BC}" type="sibTrans" cxnId="{ABBB6EA4-505A-452E-9058-9593EB8B4485}">
      <dgm:prSet/>
      <dgm:spPr/>
      <dgm:t>
        <a:bodyPr/>
        <a:lstStyle/>
        <a:p>
          <a:endParaRPr lang="en-US"/>
        </a:p>
      </dgm:t>
    </dgm:pt>
    <dgm:pt modelId="{685DAB93-D7E7-4882-B906-A050F95D87EA}">
      <dgm:prSet custT="1"/>
      <dgm:spPr>
        <a:gradFill rotWithShape="0">
          <a:gsLst>
            <a:gs pos="0">
              <a:srgbClr val="A02B93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rgbClr>
            </a:gs>
            <a:gs pos="50000">
              <a:srgbClr val="A02B93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rgbClr>
            </a:gs>
            <a:gs pos="100000">
              <a:srgbClr val="A02B93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72390" tIns="72390" rIns="72390" bIns="72390" numCol="1" spcCol="1270" anchor="ctr" anchorCtr="0"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1 Flatten Layer</a:t>
          </a:r>
        </a:p>
      </dgm:t>
    </dgm:pt>
    <dgm:pt modelId="{4B7A9840-F42D-401A-8B8F-ADD3BDF483FD}" type="parTrans" cxnId="{7C61697C-5B81-4965-BA9E-8B18979E8E82}">
      <dgm:prSet/>
      <dgm:spPr/>
      <dgm:t>
        <a:bodyPr/>
        <a:lstStyle/>
        <a:p>
          <a:endParaRPr lang="en-US"/>
        </a:p>
      </dgm:t>
    </dgm:pt>
    <dgm:pt modelId="{F7ABFA41-E6AF-4DAB-A785-6EFEDC56A305}" type="sibTrans" cxnId="{7C61697C-5B81-4965-BA9E-8B18979E8E82}">
      <dgm:prSet/>
      <dgm:spPr/>
      <dgm:t>
        <a:bodyPr/>
        <a:lstStyle/>
        <a:p>
          <a:endParaRPr lang="en-US"/>
        </a:p>
      </dgm:t>
    </dgm:pt>
    <dgm:pt modelId="{8635D167-9199-42C4-BF5D-3BAFE516CA41}">
      <dgm:prSet custT="1"/>
      <dgm:spPr>
        <a:gradFill rotWithShape="0">
          <a:gsLst>
            <a:gs pos="0">
              <a:srgbClr val="A02B93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rgbClr>
            </a:gs>
            <a:gs pos="50000">
              <a:srgbClr val="A02B93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rgbClr>
            </a:gs>
            <a:gs pos="100000">
              <a:srgbClr val="A02B93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72390" tIns="72390" rIns="72390" bIns="72390" numCol="1" spcCol="1270" anchor="ctr" anchorCtr="0"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2 Dense Layers (Fully Connected)</a:t>
          </a:r>
        </a:p>
      </dgm:t>
    </dgm:pt>
    <dgm:pt modelId="{071C59E6-2450-4542-8AC7-4D4AE053D181}" type="parTrans" cxnId="{0EDEFD83-34A6-45D0-918C-380908F4F002}">
      <dgm:prSet/>
      <dgm:spPr/>
      <dgm:t>
        <a:bodyPr/>
        <a:lstStyle/>
        <a:p>
          <a:endParaRPr lang="en-US"/>
        </a:p>
      </dgm:t>
    </dgm:pt>
    <dgm:pt modelId="{44DE1766-7539-429D-B892-07A6E985C7CC}" type="sibTrans" cxnId="{0EDEFD83-34A6-45D0-918C-380908F4F002}">
      <dgm:prSet/>
      <dgm:spPr/>
      <dgm:t>
        <a:bodyPr/>
        <a:lstStyle/>
        <a:p>
          <a:endParaRPr lang="en-US"/>
        </a:p>
      </dgm:t>
    </dgm:pt>
    <dgm:pt modelId="{B11C9748-75BA-43E9-B5A9-B950AA9A25F5}">
      <dgm:prSet/>
      <dgm:spPr/>
      <dgm:t>
        <a:bodyPr/>
        <a:lstStyle/>
        <a:p>
          <a:r>
            <a:rPr lang="en-US" b="1" i="0" baseline="0"/>
            <a:t>Key Parameters</a:t>
          </a:r>
          <a:r>
            <a:rPr lang="en-US" b="0" i="0" baseline="0"/>
            <a:t>:</a:t>
          </a:r>
          <a:endParaRPr lang="en-US"/>
        </a:p>
      </dgm:t>
    </dgm:pt>
    <dgm:pt modelId="{806ECF92-7522-41B4-821E-829FC5557687}" type="parTrans" cxnId="{AD9E9C40-8770-4F70-BC58-736DBA80021E}">
      <dgm:prSet/>
      <dgm:spPr/>
      <dgm:t>
        <a:bodyPr/>
        <a:lstStyle/>
        <a:p>
          <a:endParaRPr lang="en-US"/>
        </a:p>
      </dgm:t>
    </dgm:pt>
    <dgm:pt modelId="{284C1557-0293-4F7A-A935-9F1C405BB652}" type="sibTrans" cxnId="{AD9E9C40-8770-4F70-BC58-736DBA80021E}">
      <dgm:prSet/>
      <dgm:spPr/>
      <dgm:t>
        <a:bodyPr/>
        <a:lstStyle/>
        <a:p>
          <a:endParaRPr lang="en-US"/>
        </a:p>
      </dgm:t>
    </dgm:pt>
    <dgm:pt modelId="{92E4369A-2748-4F14-9D28-30D666E23387}">
      <dgm:prSet custT="1"/>
      <dgm:spPr>
        <a:gradFill rotWithShape="0">
          <a:gsLst>
            <a:gs pos="0">
              <a:srgbClr val="A02B93">
                <a:hueOff val="-10801911"/>
                <a:satOff val="-734"/>
                <a:lumOff val="1743"/>
                <a:alphaOff val="0"/>
                <a:satMod val="103000"/>
                <a:lumMod val="102000"/>
                <a:tint val="94000"/>
              </a:srgbClr>
            </a:gs>
            <a:gs pos="50000">
              <a:srgbClr val="A02B93">
                <a:hueOff val="-10801911"/>
                <a:satOff val="-734"/>
                <a:lumOff val="1743"/>
                <a:alphaOff val="0"/>
                <a:satMod val="110000"/>
                <a:lumMod val="100000"/>
                <a:shade val="100000"/>
              </a:srgbClr>
            </a:gs>
            <a:gs pos="100000">
              <a:srgbClr val="A02B93">
                <a:hueOff val="-10801911"/>
                <a:satOff val="-734"/>
                <a:lumOff val="1743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72390" tIns="72390" rIns="72390" bIns="72390" numCol="1" spcCol="1270" anchor="ctr" anchorCtr="0"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Conv Layer 1: 32 filters, kernel size (3, 3), ReLU activation</a:t>
          </a:r>
        </a:p>
      </dgm:t>
    </dgm:pt>
    <dgm:pt modelId="{05F4E170-CD21-41A5-A625-6BD4115F885C}" type="parTrans" cxnId="{C5A06098-2886-4E07-9CA8-EBFD962CC9E9}">
      <dgm:prSet/>
      <dgm:spPr/>
      <dgm:t>
        <a:bodyPr/>
        <a:lstStyle/>
        <a:p>
          <a:endParaRPr lang="en-US"/>
        </a:p>
      </dgm:t>
    </dgm:pt>
    <dgm:pt modelId="{3D79BB6D-BF72-4200-86F2-7AC38A18304F}" type="sibTrans" cxnId="{C5A06098-2886-4E07-9CA8-EBFD962CC9E9}">
      <dgm:prSet/>
      <dgm:spPr/>
      <dgm:t>
        <a:bodyPr/>
        <a:lstStyle/>
        <a:p>
          <a:endParaRPr lang="en-US"/>
        </a:p>
      </dgm:t>
    </dgm:pt>
    <dgm:pt modelId="{6E45D396-90E7-46AE-AECB-F9F2895C876C}">
      <dgm:prSet/>
      <dgm:spPr/>
      <dgm:t>
        <a:bodyPr/>
        <a:lstStyle/>
        <a:p>
          <a:r>
            <a:rPr lang="en-US" b="1" i="0" baseline="0"/>
            <a:t>Dense Layer 1</a:t>
          </a:r>
          <a:r>
            <a:rPr lang="en-US" b="0" i="0" baseline="0"/>
            <a:t>: 128 units, ReLU activation</a:t>
          </a:r>
          <a:endParaRPr lang="en-US"/>
        </a:p>
      </dgm:t>
    </dgm:pt>
    <dgm:pt modelId="{BC53BB57-5F8B-4422-B971-BD799C09CA2C}" type="parTrans" cxnId="{38AAD702-C441-4939-B438-B8358F2AE15E}">
      <dgm:prSet/>
      <dgm:spPr/>
      <dgm:t>
        <a:bodyPr/>
        <a:lstStyle/>
        <a:p>
          <a:endParaRPr lang="en-US"/>
        </a:p>
      </dgm:t>
    </dgm:pt>
    <dgm:pt modelId="{0FE22F00-A15A-4AB4-B423-9621875E85B9}" type="sibTrans" cxnId="{38AAD702-C441-4939-B438-B8358F2AE15E}">
      <dgm:prSet/>
      <dgm:spPr/>
      <dgm:t>
        <a:bodyPr/>
        <a:lstStyle/>
        <a:p>
          <a:endParaRPr lang="en-US"/>
        </a:p>
      </dgm:t>
    </dgm:pt>
    <dgm:pt modelId="{A6777C18-434E-421E-9164-3A7A62EB7A45}">
      <dgm:prSet/>
      <dgm:spPr/>
      <dgm:t>
        <a:bodyPr/>
        <a:lstStyle/>
        <a:p>
          <a:r>
            <a:rPr lang="en-US" b="1" i="0" baseline="0" dirty="0"/>
            <a:t>Dense Layer 2</a:t>
          </a:r>
          <a:r>
            <a:rPr lang="en-US" b="0" i="0" baseline="0" dirty="0"/>
            <a:t>: 10 units, </a:t>
          </a:r>
          <a:r>
            <a:rPr lang="en-US" b="0" i="0" baseline="0" dirty="0" err="1"/>
            <a:t>Softmax</a:t>
          </a:r>
          <a:r>
            <a:rPr lang="en-US" b="0" i="0" baseline="0" dirty="0"/>
            <a:t> activation for classification</a:t>
          </a:r>
          <a:endParaRPr lang="en-US" dirty="0"/>
        </a:p>
      </dgm:t>
    </dgm:pt>
    <dgm:pt modelId="{DB764EC8-83EE-401F-A4E8-5F24A0E57539}" type="parTrans" cxnId="{D565A630-FF13-4082-9136-787BABBC3BBE}">
      <dgm:prSet/>
      <dgm:spPr/>
      <dgm:t>
        <a:bodyPr/>
        <a:lstStyle/>
        <a:p>
          <a:endParaRPr lang="en-US"/>
        </a:p>
      </dgm:t>
    </dgm:pt>
    <dgm:pt modelId="{D9B6E800-5881-4FDB-B658-A4D8531EBF72}" type="sibTrans" cxnId="{D565A630-FF13-4082-9136-787BABBC3BBE}">
      <dgm:prSet/>
      <dgm:spPr/>
      <dgm:t>
        <a:bodyPr/>
        <a:lstStyle/>
        <a:p>
          <a:endParaRPr lang="en-US"/>
        </a:p>
      </dgm:t>
    </dgm:pt>
    <dgm:pt modelId="{455719DD-2E2C-4752-8B3E-DBD7978AD61A}" type="pres">
      <dgm:prSet presAssocID="{82A3454C-FDE1-4C07-A747-635F387D9462}" presName="linear" presStyleCnt="0">
        <dgm:presLayoutVars>
          <dgm:animLvl val="lvl"/>
          <dgm:resizeHandles val="exact"/>
        </dgm:presLayoutVars>
      </dgm:prSet>
      <dgm:spPr/>
    </dgm:pt>
    <dgm:pt modelId="{60B2646C-012A-4B86-86EF-7B2C82FB8109}" type="pres">
      <dgm:prSet presAssocID="{37B3F05B-364E-4A86-AFEA-6B0BD589442D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B9DBA543-68D4-4BBE-8EA5-A59A094BD7A0}" type="pres">
      <dgm:prSet presAssocID="{389663F3-FC12-4A15-B9AD-7178B48B4DF2}" presName="spacer" presStyleCnt="0"/>
      <dgm:spPr/>
    </dgm:pt>
    <dgm:pt modelId="{D3654D64-261F-4CEA-839C-A1B141FC794E}" type="pres">
      <dgm:prSet presAssocID="{425F55D6-D645-45B3-ADB7-718268B855D4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BDB1C0BC-8E58-4D3A-9E7C-2CB79EEC6536}" type="pres">
      <dgm:prSet presAssocID="{A173E19E-48FF-48D6-B72E-80A54A90DD8D}" presName="spacer" presStyleCnt="0"/>
      <dgm:spPr/>
    </dgm:pt>
    <dgm:pt modelId="{7948B7AC-7484-4093-A272-7E7510E945CC}" type="pres">
      <dgm:prSet presAssocID="{24040590-CC15-4300-BEEB-6C9726AB0ED5}" presName="parentText" presStyleLbl="node1" presStyleIdx="2" presStyleCnt="10">
        <dgm:presLayoutVars>
          <dgm:chMax val="0"/>
          <dgm:bulletEnabled val="1"/>
        </dgm:presLayoutVars>
      </dgm:prSet>
      <dgm:spPr>
        <a:xfrm>
          <a:off x="0" y="1189669"/>
          <a:ext cx="6666833" cy="466830"/>
        </a:xfrm>
        <a:prstGeom prst="roundRect">
          <a:avLst/>
        </a:prstGeom>
      </dgm:spPr>
    </dgm:pt>
    <dgm:pt modelId="{6A7E8D18-9DCE-4922-B860-85723602BB26}" type="pres">
      <dgm:prSet presAssocID="{404F34AD-56C7-46E8-A402-4A9BF4F30E42}" presName="spacer" presStyleCnt="0"/>
      <dgm:spPr/>
    </dgm:pt>
    <dgm:pt modelId="{B309389F-A209-41D9-97E5-6DBE8650435F}" type="pres">
      <dgm:prSet presAssocID="{DB9166BB-A36B-4462-8AB9-20D0BEBA40C7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246B84E2-D505-4532-BD72-D9B3EEA42903}" type="pres">
      <dgm:prSet presAssocID="{EDF846EC-9B09-4779-B353-9586F7D5E2BC}" presName="spacer" presStyleCnt="0"/>
      <dgm:spPr/>
    </dgm:pt>
    <dgm:pt modelId="{2A894463-62ED-4921-9471-E390B7EDED28}" type="pres">
      <dgm:prSet presAssocID="{685DAB93-D7E7-4882-B906-A050F95D87EA}" presName="parentText" presStyleLbl="node1" presStyleIdx="4" presStyleCnt="10">
        <dgm:presLayoutVars>
          <dgm:chMax val="0"/>
          <dgm:bulletEnabled val="1"/>
        </dgm:presLayoutVars>
      </dgm:prSet>
      <dgm:spPr>
        <a:xfrm>
          <a:off x="0" y="2232770"/>
          <a:ext cx="6666833" cy="466830"/>
        </a:xfrm>
        <a:prstGeom prst="roundRect">
          <a:avLst/>
        </a:prstGeom>
      </dgm:spPr>
    </dgm:pt>
    <dgm:pt modelId="{94E39901-A942-40D5-ADDE-578E023E2576}" type="pres">
      <dgm:prSet presAssocID="{F7ABFA41-E6AF-4DAB-A785-6EFEDC56A305}" presName="spacer" presStyleCnt="0"/>
      <dgm:spPr/>
    </dgm:pt>
    <dgm:pt modelId="{165CA002-A2E9-4166-82A9-1E191E947CC2}" type="pres">
      <dgm:prSet presAssocID="{8635D167-9199-42C4-BF5D-3BAFE516CA41}" presName="parentText" presStyleLbl="node1" presStyleIdx="5" presStyleCnt="10">
        <dgm:presLayoutVars>
          <dgm:chMax val="0"/>
          <dgm:bulletEnabled val="1"/>
        </dgm:presLayoutVars>
      </dgm:prSet>
      <dgm:spPr>
        <a:xfrm>
          <a:off x="0" y="2754320"/>
          <a:ext cx="6666833" cy="466830"/>
        </a:xfrm>
        <a:prstGeom prst="roundRect">
          <a:avLst/>
        </a:prstGeom>
      </dgm:spPr>
    </dgm:pt>
    <dgm:pt modelId="{7BA26081-CB15-4052-85AB-47EC459173FF}" type="pres">
      <dgm:prSet presAssocID="{44DE1766-7539-429D-B892-07A6E985C7CC}" presName="spacer" presStyleCnt="0"/>
      <dgm:spPr/>
    </dgm:pt>
    <dgm:pt modelId="{424C5408-ACED-4EAE-9559-FF702EC52B85}" type="pres">
      <dgm:prSet presAssocID="{B11C9748-75BA-43E9-B5A9-B950AA9A25F5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E1B472A1-6123-4602-B3C6-DC74786CA2CE}" type="pres">
      <dgm:prSet presAssocID="{284C1557-0293-4F7A-A935-9F1C405BB652}" presName="spacer" presStyleCnt="0"/>
      <dgm:spPr/>
    </dgm:pt>
    <dgm:pt modelId="{94578EFD-F1BA-4519-9419-CE98C71EBDD4}" type="pres">
      <dgm:prSet presAssocID="{92E4369A-2748-4F14-9D28-30D666E23387}" presName="parentText" presStyleLbl="node1" presStyleIdx="7" presStyleCnt="10">
        <dgm:presLayoutVars>
          <dgm:chMax val="0"/>
          <dgm:bulletEnabled val="1"/>
        </dgm:presLayoutVars>
      </dgm:prSet>
      <dgm:spPr>
        <a:xfrm>
          <a:off x="0" y="3797420"/>
          <a:ext cx="6666833" cy="466830"/>
        </a:xfrm>
        <a:prstGeom prst="roundRect">
          <a:avLst/>
        </a:prstGeom>
      </dgm:spPr>
    </dgm:pt>
    <dgm:pt modelId="{F93FFE78-022A-4911-99BF-1CFE133938B5}" type="pres">
      <dgm:prSet presAssocID="{3D79BB6D-BF72-4200-86F2-7AC38A18304F}" presName="spacer" presStyleCnt="0"/>
      <dgm:spPr/>
    </dgm:pt>
    <dgm:pt modelId="{24C1A541-34E1-4721-9A5C-8F155C1D9A94}" type="pres">
      <dgm:prSet presAssocID="{6E45D396-90E7-46AE-AECB-F9F2895C876C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541C6462-10E7-4384-8495-D24D54403EEA}" type="pres">
      <dgm:prSet presAssocID="{0FE22F00-A15A-4AB4-B423-9621875E85B9}" presName="spacer" presStyleCnt="0"/>
      <dgm:spPr/>
    </dgm:pt>
    <dgm:pt modelId="{330FAE8A-0213-45B3-BCAC-B4CBBA07CEC6}" type="pres">
      <dgm:prSet presAssocID="{A6777C18-434E-421E-9164-3A7A62EB7A45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38AAD702-C441-4939-B438-B8358F2AE15E}" srcId="{82A3454C-FDE1-4C07-A747-635F387D9462}" destId="{6E45D396-90E7-46AE-AECB-F9F2895C876C}" srcOrd="8" destOrd="0" parTransId="{BC53BB57-5F8B-4422-B971-BD799C09CA2C}" sibTransId="{0FE22F00-A15A-4AB4-B423-9621875E85B9}"/>
    <dgm:cxn modelId="{59626604-D3F5-4F52-82FD-D1D8328EC010}" type="presOf" srcId="{6E45D396-90E7-46AE-AECB-F9F2895C876C}" destId="{24C1A541-34E1-4721-9A5C-8F155C1D9A94}" srcOrd="0" destOrd="0" presId="urn:microsoft.com/office/officeart/2005/8/layout/vList2"/>
    <dgm:cxn modelId="{EE67500B-BA99-490F-AB19-C20F386B5B0A}" type="presOf" srcId="{8635D167-9199-42C4-BF5D-3BAFE516CA41}" destId="{165CA002-A2E9-4166-82A9-1E191E947CC2}" srcOrd="0" destOrd="0" presId="urn:microsoft.com/office/officeart/2005/8/layout/vList2"/>
    <dgm:cxn modelId="{D565A630-FF13-4082-9136-787BABBC3BBE}" srcId="{82A3454C-FDE1-4C07-A747-635F387D9462}" destId="{A6777C18-434E-421E-9164-3A7A62EB7A45}" srcOrd="9" destOrd="0" parTransId="{DB764EC8-83EE-401F-A4E8-5F24A0E57539}" sibTransId="{D9B6E800-5881-4FDB-B658-A4D8531EBF72}"/>
    <dgm:cxn modelId="{1D19C43C-5724-4F32-B231-8CEAADA3C0E4}" type="presOf" srcId="{37B3F05B-364E-4A86-AFEA-6B0BD589442D}" destId="{60B2646C-012A-4B86-86EF-7B2C82FB8109}" srcOrd="0" destOrd="0" presId="urn:microsoft.com/office/officeart/2005/8/layout/vList2"/>
    <dgm:cxn modelId="{AD9E9C40-8770-4F70-BC58-736DBA80021E}" srcId="{82A3454C-FDE1-4C07-A747-635F387D9462}" destId="{B11C9748-75BA-43E9-B5A9-B950AA9A25F5}" srcOrd="6" destOrd="0" parTransId="{806ECF92-7522-41B4-821E-829FC5557687}" sibTransId="{284C1557-0293-4F7A-A935-9F1C405BB652}"/>
    <dgm:cxn modelId="{82432751-7693-420C-8359-9CA5C83FB1ED}" type="presOf" srcId="{A6777C18-434E-421E-9164-3A7A62EB7A45}" destId="{330FAE8A-0213-45B3-BCAC-B4CBBA07CEC6}" srcOrd="0" destOrd="0" presId="urn:microsoft.com/office/officeart/2005/8/layout/vList2"/>
    <dgm:cxn modelId="{7C61697C-5B81-4965-BA9E-8B18979E8E82}" srcId="{82A3454C-FDE1-4C07-A747-635F387D9462}" destId="{685DAB93-D7E7-4882-B906-A050F95D87EA}" srcOrd="4" destOrd="0" parTransId="{4B7A9840-F42D-401A-8B8F-ADD3BDF483FD}" sibTransId="{F7ABFA41-E6AF-4DAB-A785-6EFEDC56A305}"/>
    <dgm:cxn modelId="{BDF61D7E-16D9-4AED-83CC-9437A9370849}" srcId="{82A3454C-FDE1-4C07-A747-635F387D9462}" destId="{37B3F05B-364E-4A86-AFEA-6B0BD589442D}" srcOrd="0" destOrd="0" parTransId="{E6FA45F8-FE6A-41F5-980B-7EF2173B02F6}" sibTransId="{389663F3-FC12-4A15-B9AD-7178B48B4DF2}"/>
    <dgm:cxn modelId="{0EDEFD83-34A6-45D0-918C-380908F4F002}" srcId="{82A3454C-FDE1-4C07-A747-635F387D9462}" destId="{8635D167-9199-42C4-BF5D-3BAFE516CA41}" srcOrd="5" destOrd="0" parTransId="{071C59E6-2450-4542-8AC7-4D4AE053D181}" sibTransId="{44DE1766-7539-429D-B892-07A6E985C7CC}"/>
    <dgm:cxn modelId="{010CE58C-49C7-4A32-846C-090F7DA7738E}" type="presOf" srcId="{B11C9748-75BA-43E9-B5A9-B950AA9A25F5}" destId="{424C5408-ACED-4EAE-9559-FF702EC52B85}" srcOrd="0" destOrd="0" presId="urn:microsoft.com/office/officeart/2005/8/layout/vList2"/>
    <dgm:cxn modelId="{ADAE0A94-C937-42CD-979E-099856303481}" type="presOf" srcId="{685DAB93-D7E7-4882-B906-A050F95D87EA}" destId="{2A894463-62ED-4921-9471-E390B7EDED28}" srcOrd="0" destOrd="0" presId="urn:microsoft.com/office/officeart/2005/8/layout/vList2"/>
    <dgm:cxn modelId="{ABB4A294-FAF7-4672-A1F2-3339435FC431}" srcId="{82A3454C-FDE1-4C07-A747-635F387D9462}" destId="{24040590-CC15-4300-BEEB-6C9726AB0ED5}" srcOrd="2" destOrd="0" parTransId="{5FDA26FC-99FC-46ED-8CFD-05FE1D762475}" sibTransId="{404F34AD-56C7-46E8-A402-4A9BF4F30E42}"/>
    <dgm:cxn modelId="{C5A06098-2886-4E07-9CA8-EBFD962CC9E9}" srcId="{82A3454C-FDE1-4C07-A747-635F387D9462}" destId="{92E4369A-2748-4F14-9D28-30D666E23387}" srcOrd="7" destOrd="0" parTransId="{05F4E170-CD21-41A5-A625-6BD4115F885C}" sibTransId="{3D79BB6D-BF72-4200-86F2-7AC38A18304F}"/>
    <dgm:cxn modelId="{E312B49B-084D-4194-8FCB-D18961FD1957}" type="presOf" srcId="{82A3454C-FDE1-4C07-A747-635F387D9462}" destId="{455719DD-2E2C-4752-8B3E-DBD7978AD61A}" srcOrd="0" destOrd="0" presId="urn:microsoft.com/office/officeart/2005/8/layout/vList2"/>
    <dgm:cxn modelId="{ABBB6EA4-505A-452E-9058-9593EB8B4485}" srcId="{82A3454C-FDE1-4C07-A747-635F387D9462}" destId="{DB9166BB-A36B-4462-8AB9-20D0BEBA40C7}" srcOrd="3" destOrd="0" parTransId="{18BAD89D-CDCB-4289-B991-D83D0B911788}" sibTransId="{EDF846EC-9B09-4779-B353-9586F7D5E2BC}"/>
    <dgm:cxn modelId="{C15851AA-92C3-4757-A64D-65B7CCD963E2}" srcId="{82A3454C-FDE1-4C07-A747-635F387D9462}" destId="{425F55D6-D645-45B3-ADB7-718268B855D4}" srcOrd="1" destOrd="0" parTransId="{2586A556-3E7C-4377-B8E2-AC8B180B9BEC}" sibTransId="{A173E19E-48FF-48D6-B72E-80A54A90DD8D}"/>
    <dgm:cxn modelId="{F334E8E0-0FCB-43A4-8D8E-3FAFE087276A}" type="presOf" srcId="{92E4369A-2748-4F14-9D28-30D666E23387}" destId="{94578EFD-F1BA-4519-9419-CE98C71EBDD4}" srcOrd="0" destOrd="0" presId="urn:microsoft.com/office/officeart/2005/8/layout/vList2"/>
    <dgm:cxn modelId="{FC4D05EB-5FBA-44EE-BA1D-E3C8CE51BAD9}" type="presOf" srcId="{DB9166BB-A36B-4462-8AB9-20D0BEBA40C7}" destId="{B309389F-A209-41D9-97E5-6DBE8650435F}" srcOrd="0" destOrd="0" presId="urn:microsoft.com/office/officeart/2005/8/layout/vList2"/>
    <dgm:cxn modelId="{64CD1EEC-28E8-4EA1-8C76-254855629C7F}" type="presOf" srcId="{425F55D6-D645-45B3-ADB7-718268B855D4}" destId="{D3654D64-261F-4CEA-839C-A1B141FC794E}" srcOrd="0" destOrd="0" presId="urn:microsoft.com/office/officeart/2005/8/layout/vList2"/>
    <dgm:cxn modelId="{C908E1F4-7A9A-4C6A-B4B4-1D56A1E45D8E}" type="presOf" srcId="{24040590-CC15-4300-BEEB-6C9726AB0ED5}" destId="{7948B7AC-7484-4093-A272-7E7510E945CC}" srcOrd="0" destOrd="0" presId="urn:microsoft.com/office/officeart/2005/8/layout/vList2"/>
    <dgm:cxn modelId="{F5C103E2-B1E5-4F17-9934-2E8A56315C92}" type="presParOf" srcId="{455719DD-2E2C-4752-8B3E-DBD7978AD61A}" destId="{60B2646C-012A-4B86-86EF-7B2C82FB8109}" srcOrd="0" destOrd="0" presId="urn:microsoft.com/office/officeart/2005/8/layout/vList2"/>
    <dgm:cxn modelId="{E829E652-D425-43B9-9BB9-DB4CC9441952}" type="presParOf" srcId="{455719DD-2E2C-4752-8B3E-DBD7978AD61A}" destId="{B9DBA543-68D4-4BBE-8EA5-A59A094BD7A0}" srcOrd="1" destOrd="0" presId="urn:microsoft.com/office/officeart/2005/8/layout/vList2"/>
    <dgm:cxn modelId="{48FA5A05-F34B-48EA-830A-30AECBEDFA55}" type="presParOf" srcId="{455719DD-2E2C-4752-8B3E-DBD7978AD61A}" destId="{D3654D64-261F-4CEA-839C-A1B141FC794E}" srcOrd="2" destOrd="0" presId="urn:microsoft.com/office/officeart/2005/8/layout/vList2"/>
    <dgm:cxn modelId="{287419EE-7D3C-48A1-9071-3C67B7C050D1}" type="presParOf" srcId="{455719DD-2E2C-4752-8B3E-DBD7978AD61A}" destId="{BDB1C0BC-8E58-4D3A-9E7C-2CB79EEC6536}" srcOrd="3" destOrd="0" presId="urn:microsoft.com/office/officeart/2005/8/layout/vList2"/>
    <dgm:cxn modelId="{9ECB50FA-A8DD-4951-BB98-7A340313B238}" type="presParOf" srcId="{455719DD-2E2C-4752-8B3E-DBD7978AD61A}" destId="{7948B7AC-7484-4093-A272-7E7510E945CC}" srcOrd="4" destOrd="0" presId="urn:microsoft.com/office/officeart/2005/8/layout/vList2"/>
    <dgm:cxn modelId="{87F4B626-AA7D-48C1-A41F-EA56001FA0F6}" type="presParOf" srcId="{455719DD-2E2C-4752-8B3E-DBD7978AD61A}" destId="{6A7E8D18-9DCE-4922-B860-85723602BB26}" srcOrd="5" destOrd="0" presId="urn:microsoft.com/office/officeart/2005/8/layout/vList2"/>
    <dgm:cxn modelId="{079E2826-49A2-42B7-B4E0-393FAD1FCEBB}" type="presParOf" srcId="{455719DD-2E2C-4752-8B3E-DBD7978AD61A}" destId="{B309389F-A209-41D9-97E5-6DBE8650435F}" srcOrd="6" destOrd="0" presId="urn:microsoft.com/office/officeart/2005/8/layout/vList2"/>
    <dgm:cxn modelId="{7487D2CB-6ACE-42D8-9F99-F99DB6BCCFF8}" type="presParOf" srcId="{455719DD-2E2C-4752-8B3E-DBD7978AD61A}" destId="{246B84E2-D505-4532-BD72-D9B3EEA42903}" srcOrd="7" destOrd="0" presId="urn:microsoft.com/office/officeart/2005/8/layout/vList2"/>
    <dgm:cxn modelId="{5E79B783-F3E1-43F5-A64A-755E4BDCD864}" type="presParOf" srcId="{455719DD-2E2C-4752-8B3E-DBD7978AD61A}" destId="{2A894463-62ED-4921-9471-E390B7EDED28}" srcOrd="8" destOrd="0" presId="urn:microsoft.com/office/officeart/2005/8/layout/vList2"/>
    <dgm:cxn modelId="{F6E3322F-43A9-47BF-97B1-D559D11EA1AE}" type="presParOf" srcId="{455719DD-2E2C-4752-8B3E-DBD7978AD61A}" destId="{94E39901-A942-40D5-ADDE-578E023E2576}" srcOrd="9" destOrd="0" presId="urn:microsoft.com/office/officeart/2005/8/layout/vList2"/>
    <dgm:cxn modelId="{1458E8B6-0B73-4FEC-9BB6-EDD3DB2E3131}" type="presParOf" srcId="{455719DD-2E2C-4752-8B3E-DBD7978AD61A}" destId="{165CA002-A2E9-4166-82A9-1E191E947CC2}" srcOrd="10" destOrd="0" presId="urn:microsoft.com/office/officeart/2005/8/layout/vList2"/>
    <dgm:cxn modelId="{0A09897E-5411-4456-8CC5-8EA26A73ABBF}" type="presParOf" srcId="{455719DD-2E2C-4752-8B3E-DBD7978AD61A}" destId="{7BA26081-CB15-4052-85AB-47EC459173FF}" srcOrd="11" destOrd="0" presId="urn:microsoft.com/office/officeart/2005/8/layout/vList2"/>
    <dgm:cxn modelId="{7D9931A5-5507-4E7F-868B-F54320A4E2B3}" type="presParOf" srcId="{455719DD-2E2C-4752-8B3E-DBD7978AD61A}" destId="{424C5408-ACED-4EAE-9559-FF702EC52B85}" srcOrd="12" destOrd="0" presId="urn:microsoft.com/office/officeart/2005/8/layout/vList2"/>
    <dgm:cxn modelId="{722CE998-0CFF-41F9-9BA0-E56A473119FF}" type="presParOf" srcId="{455719DD-2E2C-4752-8B3E-DBD7978AD61A}" destId="{E1B472A1-6123-4602-B3C6-DC74786CA2CE}" srcOrd="13" destOrd="0" presId="urn:microsoft.com/office/officeart/2005/8/layout/vList2"/>
    <dgm:cxn modelId="{CABA1932-ED89-4F9F-A0A2-8138C7895FFD}" type="presParOf" srcId="{455719DD-2E2C-4752-8B3E-DBD7978AD61A}" destId="{94578EFD-F1BA-4519-9419-CE98C71EBDD4}" srcOrd="14" destOrd="0" presId="urn:microsoft.com/office/officeart/2005/8/layout/vList2"/>
    <dgm:cxn modelId="{0E317E27-E464-4C61-A203-FEA51763F16F}" type="presParOf" srcId="{455719DD-2E2C-4752-8B3E-DBD7978AD61A}" destId="{F93FFE78-022A-4911-99BF-1CFE133938B5}" srcOrd="15" destOrd="0" presId="urn:microsoft.com/office/officeart/2005/8/layout/vList2"/>
    <dgm:cxn modelId="{E701FEA2-66AF-4325-B0A8-524B01BDA4A2}" type="presParOf" srcId="{455719DD-2E2C-4752-8B3E-DBD7978AD61A}" destId="{24C1A541-34E1-4721-9A5C-8F155C1D9A94}" srcOrd="16" destOrd="0" presId="urn:microsoft.com/office/officeart/2005/8/layout/vList2"/>
    <dgm:cxn modelId="{5357DF19-D095-4414-AA66-7C36FA600F75}" type="presParOf" srcId="{455719DD-2E2C-4752-8B3E-DBD7978AD61A}" destId="{541C6462-10E7-4384-8495-D24D54403EEA}" srcOrd="17" destOrd="0" presId="urn:microsoft.com/office/officeart/2005/8/layout/vList2"/>
    <dgm:cxn modelId="{4F2C2CE7-6A8F-4559-AAEB-BF447667A009}" type="presParOf" srcId="{455719DD-2E2C-4752-8B3E-DBD7978AD61A}" destId="{330FAE8A-0213-45B3-BCAC-B4CBBA07CEC6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1FB231-505F-4487-899E-3676C9ADD717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A7D1E02-4492-4525-8B41-63A5CB226162}">
      <dsp:nvSpPr>
        <dsp:cNvPr id="0" name=""/>
        <dsp:cNvSpPr/>
      </dsp:nvSpPr>
      <dsp:spPr>
        <a:xfrm>
          <a:off x="0" y="2663"/>
          <a:ext cx="6666833" cy="495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Harvesting Hyperparameters, Kernels, and Matrices </a:t>
          </a:r>
        </a:p>
      </dsp:txBody>
      <dsp:txXfrm>
        <a:off x="0" y="2663"/>
        <a:ext cx="6666833" cy="495326"/>
      </dsp:txXfrm>
    </dsp:sp>
    <dsp:sp modelId="{AD467B38-2C10-4DB0-A848-73E2F9933BE8}">
      <dsp:nvSpPr>
        <dsp:cNvPr id="0" name=""/>
        <dsp:cNvSpPr/>
      </dsp:nvSpPr>
      <dsp:spPr>
        <a:xfrm>
          <a:off x="0" y="497989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8C8F4F-0541-4B88-A62B-8EB93CFD2846}">
      <dsp:nvSpPr>
        <dsp:cNvPr id="0" name=""/>
        <dsp:cNvSpPr/>
      </dsp:nvSpPr>
      <dsp:spPr>
        <a:xfrm>
          <a:off x="0" y="497989"/>
          <a:ext cx="6666833" cy="495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Magnitude-Based Pruning (Slide 2.6)</a:t>
          </a:r>
        </a:p>
      </dsp:txBody>
      <dsp:txXfrm>
        <a:off x="0" y="497989"/>
        <a:ext cx="6666833" cy="495326"/>
      </dsp:txXfrm>
    </dsp:sp>
    <dsp:sp modelId="{FE5EC599-369B-495E-9E7C-7764406F7C04}">
      <dsp:nvSpPr>
        <dsp:cNvPr id="0" name=""/>
        <dsp:cNvSpPr/>
      </dsp:nvSpPr>
      <dsp:spPr>
        <a:xfrm>
          <a:off x="0" y="993316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C16BE7E-A38F-4611-AA24-C448351A3042}">
      <dsp:nvSpPr>
        <dsp:cNvPr id="0" name=""/>
        <dsp:cNvSpPr/>
      </dsp:nvSpPr>
      <dsp:spPr>
        <a:xfrm>
          <a:off x="0" y="993316"/>
          <a:ext cx="6666833" cy="495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Structured</a:t>
          </a:r>
          <a:r>
            <a:rPr lang="en-US" sz="2200" kern="1200" dirty="0"/>
            <a:t> pruning on Filters (Slide 2.5)</a:t>
          </a:r>
        </a:p>
      </dsp:txBody>
      <dsp:txXfrm>
        <a:off x="0" y="993316"/>
        <a:ext cx="6666833" cy="495326"/>
      </dsp:txXfrm>
    </dsp:sp>
    <dsp:sp modelId="{7353482C-1141-4323-91E2-DF2BB42B6FC4}">
      <dsp:nvSpPr>
        <dsp:cNvPr id="0" name=""/>
        <dsp:cNvSpPr/>
      </dsp:nvSpPr>
      <dsp:spPr>
        <a:xfrm>
          <a:off x="0" y="148864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00405E-81AA-40D6-AD59-3D5B716C91C9}">
      <dsp:nvSpPr>
        <dsp:cNvPr id="0" name=""/>
        <dsp:cNvSpPr/>
      </dsp:nvSpPr>
      <dsp:spPr>
        <a:xfrm>
          <a:off x="0" y="1488643"/>
          <a:ext cx="6666833" cy="495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Global </a:t>
          </a:r>
          <a:r>
            <a:rPr lang="en-US" sz="2200" b="1" kern="1200" dirty="0"/>
            <a:t>Unstructured</a:t>
          </a:r>
          <a:r>
            <a:rPr lang="en-US" sz="2200" kern="1200" dirty="0"/>
            <a:t> Pruning (Slide 2.5)</a:t>
          </a:r>
        </a:p>
      </dsp:txBody>
      <dsp:txXfrm>
        <a:off x="0" y="1488643"/>
        <a:ext cx="6666833" cy="495326"/>
      </dsp:txXfrm>
    </dsp:sp>
    <dsp:sp modelId="{FD8BF06F-CD8E-4574-8D27-8EAB424AD71D}">
      <dsp:nvSpPr>
        <dsp:cNvPr id="0" name=""/>
        <dsp:cNvSpPr/>
      </dsp:nvSpPr>
      <dsp:spPr>
        <a:xfrm>
          <a:off x="0" y="1983969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A7A34B5-2338-43C5-901B-B448CE04D4C8}">
      <dsp:nvSpPr>
        <dsp:cNvPr id="0" name=""/>
        <dsp:cNvSpPr/>
      </dsp:nvSpPr>
      <dsp:spPr>
        <a:xfrm>
          <a:off x="0" y="1983969"/>
          <a:ext cx="6666833" cy="495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Structured</a:t>
          </a:r>
          <a:r>
            <a:rPr lang="en-US" sz="2200" kern="1200" dirty="0"/>
            <a:t> Filter Pruning (Slide 2.5)</a:t>
          </a:r>
        </a:p>
      </dsp:txBody>
      <dsp:txXfrm>
        <a:off x="0" y="1983969"/>
        <a:ext cx="6666833" cy="495326"/>
      </dsp:txXfrm>
    </dsp:sp>
    <dsp:sp modelId="{34933DE3-4671-406E-A350-D702EE0E2630}">
      <dsp:nvSpPr>
        <dsp:cNvPr id="0" name=""/>
        <dsp:cNvSpPr/>
      </dsp:nvSpPr>
      <dsp:spPr>
        <a:xfrm>
          <a:off x="0" y="2479296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67E69E-FA37-48B1-B48C-1FB3DE7B6B52}">
      <dsp:nvSpPr>
        <dsp:cNvPr id="0" name=""/>
        <dsp:cNvSpPr/>
      </dsp:nvSpPr>
      <dsp:spPr>
        <a:xfrm>
          <a:off x="0" y="2479296"/>
          <a:ext cx="6666833" cy="495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Pruning entire layers (Slide 2.11 </a:t>
          </a:r>
          <a:r>
            <a:rPr lang="en-US" sz="2200" kern="1200" dirty="0" err="1"/>
            <a:t>AutoML</a:t>
          </a:r>
          <a:r>
            <a:rPr lang="en-US" sz="2200" kern="1200" dirty="0"/>
            <a:t>?)</a:t>
          </a:r>
        </a:p>
      </dsp:txBody>
      <dsp:txXfrm>
        <a:off x="0" y="2479296"/>
        <a:ext cx="6666833" cy="495326"/>
      </dsp:txXfrm>
    </dsp:sp>
    <dsp:sp modelId="{A2869D3E-DE31-4885-916A-AE2303C2F086}">
      <dsp:nvSpPr>
        <dsp:cNvPr id="0" name=""/>
        <dsp:cNvSpPr/>
      </dsp:nvSpPr>
      <dsp:spPr>
        <a:xfrm>
          <a:off x="0" y="297462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2D0871-C9C7-4951-90DC-58F4122AB0A9}">
      <dsp:nvSpPr>
        <dsp:cNvPr id="0" name=""/>
        <dsp:cNvSpPr/>
      </dsp:nvSpPr>
      <dsp:spPr>
        <a:xfrm>
          <a:off x="0" y="2974623"/>
          <a:ext cx="6666833" cy="495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Pruning by Layer (individual weights)</a:t>
          </a:r>
        </a:p>
      </dsp:txBody>
      <dsp:txXfrm>
        <a:off x="0" y="2974623"/>
        <a:ext cx="6666833" cy="495326"/>
      </dsp:txXfrm>
    </dsp:sp>
    <dsp:sp modelId="{0157451D-B198-4F91-BF90-B27EACDB4563}">
      <dsp:nvSpPr>
        <dsp:cNvPr id="0" name=""/>
        <dsp:cNvSpPr/>
      </dsp:nvSpPr>
      <dsp:spPr>
        <a:xfrm>
          <a:off x="0" y="346995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D36D863-45F0-444A-9B82-E1D290DC07DE}">
      <dsp:nvSpPr>
        <dsp:cNvPr id="0" name=""/>
        <dsp:cNvSpPr/>
      </dsp:nvSpPr>
      <dsp:spPr>
        <a:xfrm>
          <a:off x="0" y="3469950"/>
          <a:ext cx="6666833" cy="495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/>
        </a:p>
      </dsp:txBody>
      <dsp:txXfrm>
        <a:off x="0" y="3469950"/>
        <a:ext cx="6666833" cy="495326"/>
      </dsp:txXfrm>
    </dsp:sp>
    <dsp:sp modelId="{B6B5DD2C-BBEE-42D3-9F2D-F05D4ED2E552}">
      <dsp:nvSpPr>
        <dsp:cNvPr id="0" name=""/>
        <dsp:cNvSpPr/>
      </dsp:nvSpPr>
      <dsp:spPr>
        <a:xfrm>
          <a:off x="0" y="3965276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EBEC46-E080-42CE-BD5F-3D53C9FBDEB8}">
      <dsp:nvSpPr>
        <dsp:cNvPr id="0" name=""/>
        <dsp:cNvSpPr/>
      </dsp:nvSpPr>
      <dsp:spPr>
        <a:xfrm>
          <a:off x="0" y="3484012"/>
          <a:ext cx="6666833" cy="495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Random pruning</a:t>
          </a:r>
          <a:endParaRPr lang="en-US" sz="2200" kern="1200" dirty="0"/>
        </a:p>
      </dsp:txBody>
      <dsp:txXfrm>
        <a:off x="0" y="3484012"/>
        <a:ext cx="6666833" cy="495326"/>
      </dsp:txXfrm>
    </dsp:sp>
    <dsp:sp modelId="{0AFF6A77-3786-4713-8E4B-334B50A5404D}">
      <dsp:nvSpPr>
        <dsp:cNvPr id="0" name=""/>
        <dsp:cNvSpPr/>
      </dsp:nvSpPr>
      <dsp:spPr>
        <a:xfrm>
          <a:off x="0" y="446060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F3CA7C-D5ED-4B94-B1B1-AB1C687EEFCB}">
      <dsp:nvSpPr>
        <dsp:cNvPr id="0" name=""/>
        <dsp:cNvSpPr/>
      </dsp:nvSpPr>
      <dsp:spPr>
        <a:xfrm>
          <a:off x="0" y="4460603"/>
          <a:ext cx="6666833" cy="495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Layer-wise Pruning</a:t>
          </a:r>
          <a:endParaRPr lang="en-US" sz="2200" kern="1200"/>
        </a:p>
      </dsp:txBody>
      <dsp:txXfrm>
        <a:off x="0" y="4460603"/>
        <a:ext cx="6666833" cy="495326"/>
      </dsp:txXfrm>
    </dsp:sp>
    <dsp:sp modelId="{89E8579D-546C-4251-865D-DC6BC56E1DC6}">
      <dsp:nvSpPr>
        <dsp:cNvPr id="0" name=""/>
        <dsp:cNvSpPr/>
      </dsp:nvSpPr>
      <dsp:spPr>
        <a:xfrm>
          <a:off x="0" y="495593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53F3275-A0D9-41CD-9EF0-3390111DEA3A}">
      <dsp:nvSpPr>
        <dsp:cNvPr id="0" name=""/>
        <dsp:cNvSpPr/>
      </dsp:nvSpPr>
      <dsp:spPr>
        <a:xfrm>
          <a:off x="0" y="4955930"/>
          <a:ext cx="6666833" cy="495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/>
            <a:t>Importance based pruning</a:t>
          </a:r>
          <a:endParaRPr lang="en-US" sz="2200" kern="1200" dirty="0"/>
        </a:p>
      </dsp:txBody>
      <dsp:txXfrm>
        <a:off x="0" y="4955930"/>
        <a:ext cx="6666833" cy="4953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035345-6C57-4AD3-8E4B-D7001EF0CBEA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35550F-A478-4125-A213-A1D40279F5FA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This project the MNIST dataset for digit recognition was used</a:t>
          </a:r>
        </a:p>
      </dsp:txBody>
      <dsp:txXfrm>
        <a:off x="0" y="0"/>
        <a:ext cx="6666833" cy="1363480"/>
      </dsp:txXfrm>
    </dsp:sp>
    <dsp:sp modelId="{2C6F83ED-53E2-4A88-85FE-F2B7869EE96C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890D9C-D049-4103-9FC6-08198F5FC12A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Motivation is to upgrade to a full OCR dataset </a:t>
          </a:r>
        </a:p>
      </dsp:txBody>
      <dsp:txXfrm>
        <a:off x="0" y="1363480"/>
        <a:ext cx="6666833" cy="1363480"/>
      </dsp:txXfrm>
    </dsp:sp>
    <dsp:sp modelId="{2A053239-3D2E-418E-A880-66CD900A1F0E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D4E4E20-902E-42AC-A570-6AD3F917E76D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The requested harvesting was executed</a:t>
          </a:r>
        </a:p>
      </dsp:txBody>
      <dsp:txXfrm>
        <a:off x="0" y="2726960"/>
        <a:ext cx="6666833" cy="1363480"/>
      </dsp:txXfrm>
    </dsp:sp>
    <dsp:sp modelId="{8427D106-738D-4AD1-BA6C-7F81483D553A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E691FA-526B-4184-BF0F-2E67EF21C3D1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Then several pruning techniques were applied to analyze what are the most accurate</a:t>
          </a:r>
        </a:p>
      </dsp:txBody>
      <dsp:txXfrm>
        <a:off x="0" y="4090440"/>
        <a:ext cx="6666833" cy="13634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2646C-012A-4B86-86EF-7B2C82FB8109}">
      <dsp:nvSpPr>
        <dsp:cNvPr id="0" name=""/>
        <dsp:cNvSpPr/>
      </dsp:nvSpPr>
      <dsp:spPr>
        <a:xfrm>
          <a:off x="0" y="146570"/>
          <a:ext cx="6666833" cy="4668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Input Shape</a:t>
          </a:r>
          <a:r>
            <a:rPr lang="en-US" sz="1900" b="0" i="0" kern="1200" baseline="0"/>
            <a:t>: (64, 64, 3)</a:t>
          </a:r>
          <a:endParaRPr lang="en-US" sz="1900" kern="1200"/>
        </a:p>
      </dsp:txBody>
      <dsp:txXfrm>
        <a:off x="22789" y="169359"/>
        <a:ext cx="6621255" cy="421252"/>
      </dsp:txXfrm>
    </dsp:sp>
    <dsp:sp modelId="{D3654D64-261F-4CEA-839C-A1B141FC794E}">
      <dsp:nvSpPr>
        <dsp:cNvPr id="0" name=""/>
        <dsp:cNvSpPr/>
      </dsp:nvSpPr>
      <dsp:spPr>
        <a:xfrm>
          <a:off x="0" y="668119"/>
          <a:ext cx="6666833" cy="466830"/>
        </a:xfrm>
        <a:prstGeom prst="roundRect">
          <a:avLst/>
        </a:prstGeom>
        <a:gradFill rotWithShape="0">
          <a:gsLst>
            <a:gs pos="0">
              <a:schemeClr val="accent5">
                <a:hueOff val="-1350239"/>
                <a:satOff val="-92"/>
                <a:lumOff val="21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350239"/>
                <a:satOff val="-92"/>
                <a:lumOff val="21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350239"/>
                <a:satOff val="-92"/>
                <a:lumOff val="21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Total Layers</a:t>
          </a:r>
          <a:r>
            <a:rPr lang="en-US" sz="1900" b="0" i="0" kern="1200" baseline="0"/>
            <a:t>: 5</a:t>
          </a:r>
          <a:endParaRPr lang="en-US" sz="1900" kern="1200"/>
        </a:p>
      </dsp:txBody>
      <dsp:txXfrm>
        <a:off x="22789" y="690908"/>
        <a:ext cx="6621255" cy="421252"/>
      </dsp:txXfrm>
    </dsp:sp>
    <dsp:sp modelId="{7948B7AC-7484-4093-A272-7E7510E945CC}">
      <dsp:nvSpPr>
        <dsp:cNvPr id="0" name=""/>
        <dsp:cNvSpPr/>
      </dsp:nvSpPr>
      <dsp:spPr>
        <a:xfrm>
          <a:off x="0" y="1189669"/>
          <a:ext cx="6666833" cy="466830"/>
        </a:xfrm>
        <a:prstGeom prst="roundRect">
          <a:avLst/>
        </a:prstGeom>
        <a:gradFill rotWithShape="0">
          <a:gsLst>
            <a:gs pos="0">
              <a:srgbClr val="A02B93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rgbClr>
            </a:gs>
            <a:gs pos="50000">
              <a:srgbClr val="A02B93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rgbClr>
            </a:gs>
            <a:gs pos="100000">
              <a:srgbClr val="A02B93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1 </a:t>
          </a:r>
          <a:r>
            <a:rPr lang="en-US" sz="1900" b="1" i="0" kern="1200" baseline="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Convolutional</a:t>
          </a:r>
          <a:r>
            <a:rPr lang="en-US" sz="1900" b="1" i="0" kern="1200" baseline="0" dirty="0"/>
            <a:t> Layer</a:t>
          </a:r>
          <a:endParaRPr lang="en-US" sz="1900" kern="1200" dirty="0"/>
        </a:p>
      </dsp:txBody>
      <dsp:txXfrm>
        <a:off x="22789" y="1212458"/>
        <a:ext cx="6621255" cy="421252"/>
      </dsp:txXfrm>
    </dsp:sp>
    <dsp:sp modelId="{B309389F-A209-41D9-97E5-6DBE8650435F}">
      <dsp:nvSpPr>
        <dsp:cNvPr id="0" name=""/>
        <dsp:cNvSpPr/>
      </dsp:nvSpPr>
      <dsp:spPr>
        <a:xfrm>
          <a:off x="0" y="1711220"/>
          <a:ext cx="6666833" cy="46683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1 MaxPooling Layer</a:t>
          </a:r>
          <a:endParaRPr lang="en-US" sz="1900" kern="1200"/>
        </a:p>
      </dsp:txBody>
      <dsp:txXfrm>
        <a:off x="22789" y="1734009"/>
        <a:ext cx="6621255" cy="421252"/>
      </dsp:txXfrm>
    </dsp:sp>
    <dsp:sp modelId="{2A894463-62ED-4921-9471-E390B7EDED28}">
      <dsp:nvSpPr>
        <dsp:cNvPr id="0" name=""/>
        <dsp:cNvSpPr/>
      </dsp:nvSpPr>
      <dsp:spPr>
        <a:xfrm>
          <a:off x="0" y="2232770"/>
          <a:ext cx="6666833" cy="466830"/>
        </a:xfrm>
        <a:prstGeom prst="roundRect">
          <a:avLst/>
        </a:prstGeom>
        <a:gradFill rotWithShape="0">
          <a:gsLst>
            <a:gs pos="0">
              <a:srgbClr val="A02B93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rgbClr>
            </a:gs>
            <a:gs pos="50000">
              <a:srgbClr val="A02B93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rgbClr>
            </a:gs>
            <a:gs pos="100000">
              <a:srgbClr val="A02B93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1 Flatten Layer</a:t>
          </a:r>
        </a:p>
      </dsp:txBody>
      <dsp:txXfrm>
        <a:off x="22789" y="2255559"/>
        <a:ext cx="6621255" cy="421252"/>
      </dsp:txXfrm>
    </dsp:sp>
    <dsp:sp modelId="{165CA002-A2E9-4166-82A9-1E191E947CC2}">
      <dsp:nvSpPr>
        <dsp:cNvPr id="0" name=""/>
        <dsp:cNvSpPr/>
      </dsp:nvSpPr>
      <dsp:spPr>
        <a:xfrm>
          <a:off x="0" y="2754320"/>
          <a:ext cx="6666833" cy="466830"/>
        </a:xfrm>
        <a:prstGeom prst="roundRect">
          <a:avLst/>
        </a:prstGeom>
        <a:gradFill rotWithShape="0">
          <a:gsLst>
            <a:gs pos="0">
              <a:srgbClr val="A02B93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rgbClr>
            </a:gs>
            <a:gs pos="50000">
              <a:srgbClr val="A02B93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rgbClr>
            </a:gs>
            <a:gs pos="100000">
              <a:srgbClr val="A02B93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2 Dense Layers (Fully Connected)</a:t>
          </a:r>
        </a:p>
      </dsp:txBody>
      <dsp:txXfrm>
        <a:off x="22789" y="2777109"/>
        <a:ext cx="6621255" cy="421252"/>
      </dsp:txXfrm>
    </dsp:sp>
    <dsp:sp modelId="{424C5408-ACED-4EAE-9559-FF702EC52B85}">
      <dsp:nvSpPr>
        <dsp:cNvPr id="0" name=""/>
        <dsp:cNvSpPr/>
      </dsp:nvSpPr>
      <dsp:spPr>
        <a:xfrm>
          <a:off x="0" y="3275870"/>
          <a:ext cx="6666833" cy="46683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Key Parameters</a:t>
          </a:r>
          <a:r>
            <a:rPr lang="en-US" sz="1900" b="0" i="0" kern="1200" baseline="0"/>
            <a:t>:</a:t>
          </a:r>
          <a:endParaRPr lang="en-US" sz="1900" kern="1200"/>
        </a:p>
      </dsp:txBody>
      <dsp:txXfrm>
        <a:off x="22789" y="3298659"/>
        <a:ext cx="6621255" cy="421252"/>
      </dsp:txXfrm>
    </dsp:sp>
    <dsp:sp modelId="{94578EFD-F1BA-4519-9419-CE98C71EBDD4}">
      <dsp:nvSpPr>
        <dsp:cNvPr id="0" name=""/>
        <dsp:cNvSpPr/>
      </dsp:nvSpPr>
      <dsp:spPr>
        <a:xfrm>
          <a:off x="0" y="3797420"/>
          <a:ext cx="6666833" cy="466830"/>
        </a:xfrm>
        <a:prstGeom prst="roundRect">
          <a:avLst/>
        </a:prstGeom>
        <a:gradFill rotWithShape="0">
          <a:gsLst>
            <a:gs pos="0">
              <a:srgbClr val="A02B93">
                <a:hueOff val="-10801911"/>
                <a:satOff val="-734"/>
                <a:lumOff val="1743"/>
                <a:alphaOff val="0"/>
                <a:satMod val="103000"/>
                <a:lumMod val="102000"/>
                <a:tint val="94000"/>
              </a:srgbClr>
            </a:gs>
            <a:gs pos="50000">
              <a:srgbClr val="A02B93">
                <a:hueOff val="-10801911"/>
                <a:satOff val="-734"/>
                <a:lumOff val="1743"/>
                <a:alphaOff val="0"/>
                <a:satMod val="110000"/>
                <a:lumMod val="100000"/>
                <a:shade val="100000"/>
              </a:srgbClr>
            </a:gs>
            <a:gs pos="100000">
              <a:srgbClr val="A02B93">
                <a:hueOff val="-10801911"/>
                <a:satOff val="-734"/>
                <a:lumOff val="1743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Conv Layer 1: 32 filters, kernel size (3, 3), ReLU activation</a:t>
          </a:r>
        </a:p>
      </dsp:txBody>
      <dsp:txXfrm>
        <a:off x="22789" y="3820209"/>
        <a:ext cx="6621255" cy="421252"/>
      </dsp:txXfrm>
    </dsp:sp>
    <dsp:sp modelId="{24C1A541-34E1-4721-9A5C-8F155C1D9A94}">
      <dsp:nvSpPr>
        <dsp:cNvPr id="0" name=""/>
        <dsp:cNvSpPr/>
      </dsp:nvSpPr>
      <dsp:spPr>
        <a:xfrm>
          <a:off x="0" y="4318970"/>
          <a:ext cx="6666833" cy="466830"/>
        </a:xfrm>
        <a:prstGeom prst="roundRect">
          <a:avLst/>
        </a:prstGeom>
        <a:gradFill rotWithShape="0">
          <a:gsLst>
            <a:gs pos="0">
              <a:schemeClr val="accent5">
                <a:hueOff val="-10801911"/>
                <a:satOff val="-734"/>
                <a:lumOff val="17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801911"/>
                <a:satOff val="-734"/>
                <a:lumOff val="17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801911"/>
                <a:satOff val="-734"/>
                <a:lumOff val="17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Dense Layer 1</a:t>
          </a:r>
          <a:r>
            <a:rPr lang="en-US" sz="1900" b="0" i="0" kern="1200" baseline="0"/>
            <a:t>: 128 units, ReLU activation</a:t>
          </a:r>
          <a:endParaRPr lang="en-US" sz="1900" kern="1200"/>
        </a:p>
      </dsp:txBody>
      <dsp:txXfrm>
        <a:off x="22789" y="4341759"/>
        <a:ext cx="6621255" cy="421252"/>
      </dsp:txXfrm>
    </dsp:sp>
    <dsp:sp modelId="{330FAE8A-0213-45B3-BCAC-B4CBBA07CEC6}">
      <dsp:nvSpPr>
        <dsp:cNvPr id="0" name=""/>
        <dsp:cNvSpPr/>
      </dsp:nvSpPr>
      <dsp:spPr>
        <a:xfrm>
          <a:off x="0" y="4840520"/>
          <a:ext cx="6666833" cy="46683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Dense Layer 2</a:t>
          </a:r>
          <a:r>
            <a:rPr lang="en-US" sz="1900" b="0" i="0" kern="1200" baseline="0" dirty="0"/>
            <a:t>: 10 units, </a:t>
          </a:r>
          <a:r>
            <a:rPr lang="en-US" sz="1900" b="0" i="0" kern="1200" baseline="0" dirty="0" err="1"/>
            <a:t>Softmax</a:t>
          </a:r>
          <a:r>
            <a:rPr lang="en-US" sz="1900" b="0" i="0" kern="1200" baseline="0" dirty="0"/>
            <a:t> activation for classification</a:t>
          </a:r>
          <a:endParaRPr lang="en-US" sz="1900" kern="1200" dirty="0"/>
        </a:p>
      </dsp:txBody>
      <dsp:txXfrm>
        <a:off x="22789" y="4863309"/>
        <a:ext cx="6621255" cy="421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DAFF-246C-BC1D-988E-B3AFDC9A9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D22CE5-1755-F728-679D-8355D0BFE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E3C07-855E-F3AF-4DCB-EDCD654EC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8D02-7AF3-4EFC-8CF6-B854D4E430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BD28B-C211-969A-A59C-0D9AC73CD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022DE-5A04-710A-EAD2-AB61EF77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77F9-CFCD-46F4-91E5-594CD7A3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8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FA4AE-7118-561D-CAFC-C99D31A9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5AE9D-6320-D386-DC08-2E502D8BF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73D05-DECF-6598-215D-0468D5CEA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8D02-7AF3-4EFC-8CF6-B854D4E430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8F857-981B-609D-E452-A44A1AA1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6D225-D85E-A24C-4E55-BAA882263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77F9-CFCD-46F4-91E5-594CD7A3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7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77A2D-06C3-C4B9-38D1-34E3700EB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09265-8CEA-313E-92A3-ED9A5AABF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EFC82-74FD-F7D4-9703-572D94343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8D02-7AF3-4EFC-8CF6-B854D4E430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13FB2-73FA-21F4-78F2-0177AD85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4EAE5-2208-257F-7D67-6409275FA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77F9-CFCD-46F4-91E5-594CD7A3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94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7DCD-2D9B-D2A4-F6CD-FE3DC147C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58C33-4AD6-53C0-A453-F1C49957E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0FF5EB-66B2-9B7E-FD8B-4159A9569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7BE21-56F9-2D4A-712D-46BE7E99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8D02-7AF3-4EFC-8CF6-B854D4E430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AB4F6-CA80-C2E5-9BE9-35490CB05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64D12-C77E-B118-183B-BA96560F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77F9-CFCD-46F4-91E5-594CD7A3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01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77320-A5AC-01C2-91B7-C2339E848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860C7-441B-353B-DBD3-94876361C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0B6AC-92AF-0726-A060-37FA2BA40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20873B-F2F5-155A-322C-6B627E7E9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80A205-C13F-C55D-6D9C-11EC7A295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531724-AB46-F2F3-ACB0-79B8EC0C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8D02-7AF3-4EFC-8CF6-B854D4E430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8CBB5-3405-F899-41D5-252BFE1C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78E78-147B-A693-7139-34195027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77F9-CFCD-46F4-91E5-594CD7A3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1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749DE-1574-1D75-EC2D-6093CA50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AD72A-EF47-BB30-16B7-F7420C652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8D02-7AF3-4EFC-8CF6-B854D4E430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A0DD4-BDE6-3C7F-871E-CE54E9B6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40645-3000-6830-17D2-44EC1BE3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77F9-CFCD-46F4-91E5-594CD7A3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07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2C9421-0115-D652-CA86-505DA7B81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8D02-7AF3-4EFC-8CF6-B854D4E430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70D722-2B9B-D09D-8698-865E3F7C7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EE1B0-61E9-D551-6632-EEF032E21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77F9-CFCD-46F4-91E5-594CD7A3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6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DF55D-3970-938A-4482-9421D56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84D61-4E46-78F2-8BB3-47D74F621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9E283-BA56-9D42-C9F5-6402AD2EE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31E3-416E-6FF9-CB41-7A38B019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8D02-7AF3-4EFC-8CF6-B854D4E430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32A90-8003-E505-99C1-F531D061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54066-A3E8-9BFE-59E1-48B6096E8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77F9-CFCD-46F4-91E5-594CD7A3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59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4FA1-013B-9127-B50C-CD4E03859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44945B-2999-0DC2-648C-B7B2B886E2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DEE12-CE3D-2BD4-1C26-F7BECDB42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B184E-68FB-FFAD-D29B-A29402B8F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8D02-7AF3-4EFC-8CF6-B854D4E430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B5329-181F-75DD-719B-4F84FD6E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6E284-C790-63C2-CB6C-D7842440A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77F9-CFCD-46F4-91E5-594CD7A3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84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5F82D-AB48-EE2F-391D-0AF4F6A09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9D9892-E0AA-2D3D-4101-E825E2994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7C561-55B1-50A4-ED69-0A1E5B9DA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8D02-7AF3-4EFC-8CF6-B854D4E430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B1DE3-E8E7-FB75-BD09-4394FEA5D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F7440-CC34-1ECB-8F65-2A81B6EE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77F9-CFCD-46F4-91E5-594CD7A3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0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9D1E76-1CFF-9F73-DDA6-C053E420B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8A763-13B4-CB4A-FA14-D34E4FF40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0A537-402D-0B61-196F-2A10159C0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8D02-7AF3-4EFC-8CF6-B854D4E430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C4EAE-0341-9412-57F5-8C6887DA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A7940-5024-6190-5845-6054D9202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77F9-CFCD-46F4-91E5-594CD7A3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4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63B44-2942-770E-1445-A44C8485C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7A3C8-E406-9AD6-5F42-4C6ECF030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B62EC-6A98-D4D2-D17B-1796AB655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508D02-7AF3-4EFC-8CF6-B854D4E430B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E5298-F742-D0EF-4906-DF1496531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66031-55A1-DB01-DAF0-7E796DDE5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1A77F9-CFCD-46F4-91E5-594CD7A3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4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2AA325-EE6E-BF69-26D5-94DA01302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Tensorflow model pruning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33C38-1E5C-D212-DC5B-094E53D68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Daniel Silveira – a22404597</a:t>
            </a:r>
          </a:p>
        </p:txBody>
      </p:sp>
    </p:spTree>
    <p:extLst>
      <p:ext uri="{BB962C8B-B14F-4D97-AF65-F5344CB8AC3E}">
        <p14:creationId xmlns:p14="http://schemas.microsoft.com/office/powerpoint/2010/main" val="24074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4AE17-490E-6D8C-DAD5-E39E4AA2A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Index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DD956C20-BC91-AD55-6C0E-2255713E99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749919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233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E6D03-B3AE-0301-17B1-CA79125F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>
                <a:solidFill>
                  <a:srgbClr val="FFFFFF"/>
                </a:solidFill>
              </a:rPr>
              <a:t>Harvesting Hyperparameters, Kernels, and Matrices </a:t>
            </a:r>
            <a:br>
              <a:rPr lang="en-US" sz="3100">
                <a:solidFill>
                  <a:srgbClr val="FFFFFF"/>
                </a:solidFill>
              </a:rPr>
            </a:br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C49D58-56FB-3F9D-F09D-4B1B2FA568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372068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9107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E6D03-B3AE-0301-17B1-CA79125F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Model: CNN with fully connected layers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AFD665BC-10E8-C725-3310-FC54EC3A18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591975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0900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Histogram of Conv Weights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80F5B-2EFD-5AF3-64B7-A1BF92EB5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539" y="1966293"/>
            <a:ext cx="706692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20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Histogram of Conv Weights Per Layer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C67D1-EB84-1F25-7664-2C0BCFBE6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921" y="1966293"/>
            <a:ext cx="8816156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51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Convolutional bias(contrary to ResNet)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23F321-E0CD-66BA-9643-A87179A72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382" y="1966293"/>
            <a:ext cx="6823234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27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Convulotional bias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7A668F-A501-D609-EAD1-48DDA46D3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921" y="1966293"/>
            <a:ext cx="8816156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919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Batch Normalization Trained Mean (Variance)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4EE7E-3208-6B42-3F9F-E5E9D5692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362" y="1966293"/>
            <a:ext cx="7011275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67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Batch Normalization Trained Mean (Variance)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76B3BC-B4B2-7965-A297-81A803659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839" y="1966293"/>
            <a:ext cx="890432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1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Batch Normalization Trained Variance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76B3BC-B4B2-7965-A297-81A803659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839" y="1966293"/>
            <a:ext cx="890432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71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Fully connected weights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A18568-F9F0-4793-3B02-25E85E57D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271" y="1966293"/>
            <a:ext cx="712345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88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Fully connected weights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BA451-E75D-5ED4-1805-8CAEB38E8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839" y="1966293"/>
            <a:ext cx="890432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8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Fully connected Bias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31F6C3-8C0C-833F-A275-F9F497829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284" y="1966293"/>
            <a:ext cx="692943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56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training and its accuracy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D3994B-636D-0D2E-08D4-A41825DC1E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0" b="1386"/>
          <a:stretch/>
        </p:blipFill>
        <p:spPr>
          <a:xfrm>
            <a:off x="3975369" y="2095521"/>
            <a:ext cx="5138092" cy="451444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711247-D70E-A1BA-F293-D72400C1DA2E}"/>
              </a:ext>
            </a:extLst>
          </p:cNvPr>
          <p:cNvCxnSpPr>
            <a:cxnSpLocks/>
          </p:cNvCxnSpPr>
          <p:nvPr/>
        </p:nvCxnSpPr>
        <p:spPr>
          <a:xfrm>
            <a:off x="5370036" y="2743200"/>
            <a:ext cx="0" cy="3693282"/>
          </a:xfrm>
          <a:prstGeom prst="line">
            <a:avLst/>
          </a:prstGeom>
          <a:ln w="57150"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13D7BF-1A1D-D18B-3E27-CCDABB08E3D7}"/>
              </a:ext>
            </a:extLst>
          </p:cNvPr>
          <p:cNvCxnSpPr>
            <a:cxnSpLocks/>
          </p:cNvCxnSpPr>
          <p:nvPr/>
        </p:nvCxnSpPr>
        <p:spPr>
          <a:xfrm>
            <a:off x="7872165" y="5585012"/>
            <a:ext cx="0" cy="851470"/>
          </a:xfrm>
          <a:prstGeom prst="line">
            <a:avLst/>
          </a:prstGeom>
          <a:ln w="57150"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091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Magnitude-Based Pruning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D3994B-636D-0D2E-08D4-A41825DC1E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0" b="1386"/>
          <a:stretch/>
        </p:blipFill>
        <p:spPr>
          <a:xfrm>
            <a:off x="3975369" y="2095521"/>
            <a:ext cx="5138092" cy="451444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711247-D70E-A1BA-F293-D72400C1DA2E}"/>
              </a:ext>
            </a:extLst>
          </p:cNvPr>
          <p:cNvCxnSpPr>
            <a:cxnSpLocks/>
          </p:cNvCxnSpPr>
          <p:nvPr/>
        </p:nvCxnSpPr>
        <p:spPr>
          <a:xfrm>
            <a:off x="5370036" y="2743200"/>
            <a:ext cx="0" cy="3693282"/>
          </a:xfrm>
          <a:prstGeom prst="line">
            <a:avLst/>
          </a:prstGeom>
          <a:ln w="57150"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13D7BF-1A1D-D18B-3E27-CCDABB08E3D7}"/>
              </a:ext>
            </a:extLst>
          </p:cNvPr>
          <p:cNvCxnSpPr>
            <a:cxnSpLocks/>
          </p:cNvCxnSpPr>
          <p:nvPr/>
        </p:nvCxnSpPr>
        <p:spPr>
          <a:xfrm>
            <a:off x="7872165" y="5585012"/>
            <a:ext cx="0" cy="851470"/>
          </a:xfrm>
          <a:prstGeom prst="line">
            <a:avLst/>
          </a:prstGeom>
          <a:ln w="57150"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C2C57E0-981C-19A0-6434-7A6DBEEA3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923" y="1702786"/>
            <a:ext cx="653415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60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Magnitude-Based Pruning (accuracy)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7986A-1D33-F73E-AC53-9C8469EEF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408" y="1822348"/>
            <a:ext cx="7997180" cy="480681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31E791-E100-2A7F-E893-1F49642ACEDC}"/>
              </a:ext>
            </a:extLst>
          </p:cNvPr>
          <p:cNvCxnSpPr>
            <a:cxnSpLocks/>
          </p:cNvCxnSpPr>
          <p:nvPr/>
        </p:nvCxnSpPr>
        <p:spPr>
          <a:xfrm flipV="1">
            <a:off x="3471936" y="3044285"/>
            <a:ext cx="0" cy="91740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0E3681-A50C-3F3C-ED26-B3D6229E1101}"/>
              </a:ext>
            </a:extLst>
          </p:cNvPr>
          <p:cNvCxnSpPr>
            <a:cxnSpLocks/>
          </p:cNvCxnSpPr>
          <p:nvPr/>
        </p:nvCxnSpPr>
        <p:spPr>
          <a:xfrm>
            <a:off x="9158863" y="3318004"/>
            <a:ext cx="0" cy="154605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E8F9D4-AA22-6217-4315-8E59F61AD4CC}"/>
              </a:ext>
            </a:extLst>
          </p:cNvPr>
          <p:cNvCxnSpPr>
            <a:cxnSpLocks/>
          </p:cNvCxnSpPr>
          <p:nvPr/>
        </p:nvCxnSpPr>
        <p:spPr>
          <a:xfrm>
            <a:off x="7735126" y="3044285"/>
            <a:ext cx="0" cy="27371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011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Structured Pruning on filters (accuracy)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32025F-6763-278F-21BF-30AE91914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252" y="1632581"/>
            <a:ext cx="8258175" cy="511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453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Structured Pruning on filters (accuracy)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32025F-6763-278F-21BF-30AE91914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252" y="1632581"/>
            <a:ext cx="8258175" cy="511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87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Unstructured Pruning Global (accuracy)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F9033-262C-A6F7-7B7E-A029CC724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472" y="1822348"/>
            <a:ext cx="6105122" cy="459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24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Prune layers (Conv2D and Dense)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by individual weights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A90F96-5BDD-9E45-5C35-D0B8EED6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2" y="1599555"/>
            <a:ext cx="6510661" cy="500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497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Prune entire layers(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AutoML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?)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by Layer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A90F96-5BDD-9E45-5C35-D0B8EED6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2" y="1599555"/>
            <a:ext cx="6510661" cy="500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993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BCF54-4354-3AEC-ECE4-2423455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Prune layer by importance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(Conv2D more important)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A90F96-5BDD-9E45-5C35-D0B8EED6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2" y="1599555"/>
            <a:ext cx="6510661" cy="500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02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296</Words>
  <Application>Microsoft Office PowerPoint</Application>
  <PresentationFormat>Widescreen</PresentationFormat>
  <Paragraphs>48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Tensorflow model pruning</vt:lpstr>
      <vt:lpstr>Index</vt:lpstr>
      <vt:lpstr>Harvesting Hyperparameters, Kernels, and Matrices  </vt:lpstr>
      <vt:lpstr>Model: CNN with fully connected layers</vt:lpstr>
      <vt:lpstr>Histogram of Conv Weights</vt:lpstr>
      <vt:lpstr>Histogram of Conv Weights Per Layer</vt:lpstr>
      <vt:lpstr>Convolutional bias(contrary to ResNet)</vt:lpstr>
      <vt:lpstr>Convulotional bias</vt:lpstr>
      <vt:lpstr>Batch Normalization Trained Mean (Variance)</vt:lpstr>
      <vt:lpstr>Batch Normalization Trained Mean (Variance)</vt:lpstr>
      <vt:lpstr>Batch Normalization Trained Variance</vt:lpstr>
      <vt:lpstr>Fully connected weights</vt:lpstr>
      <vt:lpstr>Fully connected weights</vt:lpstr>
      <vt:lpstr>Fully connected Bias</vt:lpstr>
      <vt:lpstr>Model training and its accuracy</vt:lpstr>
      <vt:lpstr>Magnitude-Based Pruning</vt:lpstr>
      <vt:lpstr>Magnitude-Based Pruning (accuracy)</vt:lpstr>
      <vt:lpstr>Structured Pruning on filters (accuracy)</vt:lpstr>
      <vt:lpstr>Structured Pruning on filters (accuracy)</vt:lpstr>
      <vt:lpstr>Unstructured Pruning Global (accuracy)</vt:lpstr>
      <vt:lpstr>Prune layers (Conv2D and Dense)  by individual weights</vt:lpstr>
      <vt:lpstr>Prune entire layers(AutoML?)  by Layer Level</vt:lpstr>
      <vt:lpstr>Prune layer by importance  (Conv2D more important)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SILVEIRA</dc:creator>
  <cp:lastModifiedBy>DANIEL SILVEIRA</cp:lastModifiedBy>
  <cp:revision>6</cp:revision>
  <dcterms:created xsi:type="dcterms:W3CDTF">2024-11-18T12:37:20Z</dcterms:created>
  <dcterms:modified xsi:type="dcterms:W3CDTF">2024-11-18T21:52:13Z</dcterms:modified>
</cp:coreProperties>
</file>